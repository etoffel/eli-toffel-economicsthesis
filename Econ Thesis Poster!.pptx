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1"/>
  </p:sldMasterIdLst>
  <p:notesMasterIdLst>
    <p:notesMasterId r:id="rId3"/>
  </p:notesMasterIdLst>
  <p:sldIdLst>
    <p:sldId id="256" r:id="rId2"/>
  </p:sldIdLst>
  <p:sldSz cx="43891200" cy="32918400"/>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448" userDrawn="1">
          <p15:clr>
            <a:srgbClr val="A4A3A4"/>
          </p15:clr>
        </p15:guide>
        <p15:guide id="2" pos="273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6008" autoAdjust="0"/>
    <p:restoredTop sz="93890" autoAdjust="0"/>
  </p:normalViewPr>
  <p:slideViewPr>
    <p:cSldViewPr>
      <p:cViewPr varScale="1">
        <p:scale>
          <a:sx n="24" d="100"/>
          <a:sy n="24" d="100"/>
        </p:scale>
        <p:origin x="2034" y="72"/>
      </p:cViewPr>
      <p:guideLst>
        <p:guide orient="horz" pos="20448"/>
        <p:guide pos="2736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i Toffel" userId="28f32122-af38-4bb9-ae1d-329f27496888" providerId="ADAL" clId="{FAE0B03F-A20A-4790-866C-6DE206B4F973}"/>
    <pc:docChg chg="modSld">
      <pc:chgData name="Eli Toffel" userId="28f32122-af38-4bb9-ae1d-329f27496888" providerId="ADAL" clId="{FAE0B03F-A20A-4790-866C-6DE206B4F973}" dt="2025-04-06T18:04:31.898" v="14"/>
      <pc:docMkLst>
        <pc:docMk/>
      </pc:docMkLst>
      <pc:sldChg chg="addSp modSp">
        <pc:chgData name="Eli Toffel" userId="28f32122-af38-4bb9-ae1d-329f27496888" providerId="ADAL" clId="{FAE0B03F-A20A-4790-866C-6DE206B4F973}" dt="2025-04-06T18:04:31.898" v="14"/>
        <pc:sldMkLst>
          <pc:docMk/>
          <pc:sldMk cId="2251251862" sldId="256"/>
        </pc:sldMkLst>
        <pc:spChg chg="mod">
          <ac:chgData name="Eli Toffel" userId="28f32122-af38-4bb9-ae1d-329f27496888" providerId="ADAL" clId="{FAE0B03F-A20A-4790-866C-6DE206B4F973}" dt="2025-04-06T18:01:16.864" v="10" actId="1076"/>
          <ac:spMkLst>
            <pc:docMk/>
            <pc:sldMk cId="2251251862" sldId="256"/>
            <ac:spMk id="4" creationId="{00000000-0000-0000-0000-000000000000}"/>
          </ac:spMkLst>
        </pc:spChg>
        <pc:spChg chg="mod">
          <ac:chgData name="Eli Toffel" userId="28f32122-af38-4bb9-ae1d-329f27496888" providerId="ADAL" clId="{FAE0B03F-A20A-4790-866C-6DE206B4F973}" dt="2025-04-06T18:01:13.975" v="9" actId="1076"/>
          <ac:spMkLst>
            <pc:docMk/>
            <pc:sldMk cId="2251251862" sldId="256"/>
            <ac:spMk id="5" creationId="{00000000-0000-0000-0000-000000000000}"/>
          </ac:spMkLst>
        </pc:spChg>
        <pc:spChg chg="add mod">
          <ac:chgData name="Eli Toffel" userId="28f32122-af38-4bb9-ae1d-329f27496888" providerId="ADAL" clId="{FAE0B03F-A20A-4790-866C-6DE206B4F973}" dt="2025-04-06T17:14:23.807" v="4" actId="767"/>
          <ac:spMkLst>
            <pc:docMk/>
            <pc:sldMk cId="2251251862" sldId="256"/>
            <ac:spMk id="6" creationId="{98675BEE-2D31-4C05-8251-9C48364FC6D4}"/>
          </ac:spMkLst>
        </pc:spChg>
        <pc:spChg chg="add mod">
          <ac:chgData name="Eli Toffel" userId="28f32122-af38-4bb9-ae1d-329f27496888" providerId="ADAL" clId="{FAE0B03F-A20A-4790-866C-6DE206B4F973}" dt="2025-04-06T18:04:10.318" v="13"/>
          <ac:spMkLst>
            <pc:docMk/>
            <pc:sldMk cId="2251251862" sldId="256"/>
            <ac:spMk id="31" creationId="{3C30B2B8-FF86-4FD8-9A09-40C411B116EE}"/>
          </ac:spMkLst>
        </pc:spChg>
        <pc:spChg chg="add mod">
          <ac:chgData name="Eli Toffel" userId="28f32122-af38-4bb9-ae1d-329f27496888" providerId="ADAL" clId="{FAE0B03F-A20A-4790-866C-6DE206B4F973}" dt="2025-04-06T18:04:31.898" v="14"/>
          <ac:spMkLst>
            <pc:docMk/>
            <pc:sldMk cId="2251251862" sldId="256"/>
            <ac:spMk id="32" creationId="{39EA55F2-A4BA-4242-8C99-746480A1705D}"/>
          </ac:spMkLst>
        </pc:spChg>
        <pc:picChg chg="mod">
          <ac:chgData name="Eli Toffel" userId="28f32122-af38-4bb9-ae1d-329f27496888" providerId="ADAL" clId="{FAE0B03F-A20A-4790-866C-6DE206B4F973}" dt="2025-04-06T18:03:17.306" v="12" actId="1076"/>
          <ac:picMkLst>
            <pc:docMk/>
            <pc:sldMk cId="2251251862" sldId="256"/>
            <ac:picMk id="38" creationId="{5F140EFD-FDCA-4754-8BD4-09784A38D075}"/>
          </ac:picMkLst>
        </pc:picChg>
      </pc:sldChg>
    </pc:docChg>
  </pc:docChgLst>
  <pc:docChgLst>
    <pc:chgData name="Eli Toffel" userId="28f32122-af38-4bb9-ae1d-329f27496888" providerId="ADAL" clId="{62C32973-700C-4AD9-9ADF-72EDF9E590BD}"/>
    <pc:docChg chg="undo custSel modSld">
      <pc:chgData name="Eli Toffel" userId="28f32122-af38-4bb9-ae1d-329f27496888" providerId="ADAL" clId="{62C32973-700C-4AD9-9ADF-72EDF9E590BD}" dt="2025-04-03T20:13:32.801" v="1926" actId="1076"/>
      <pc:docMkLst>
        <pc:docMk/>
      </pc:docMkLst>
      <pc:sldChg chg="addSp delSp modSp mod">
        <pc:chgData name="Eli Toffel" userId="28f32122-af38-4bb9-ae1d-329f27496888" providerId="ADAL" clId="{62C32973-700C-4AD9-9ADF-72EDF9E590BD}" dt="2025-04-03T20:13:32.801" v="1926" actId="1076"/>
        <pc:sldMkLst>
          <pc:docMk/>
          <pc:sldMk cId="2251251862" sldId="256"/>
        </pc:sldMkLst>
        <pc:spChg chg="add mod ord">
          <ac:chgData name="Eli Toffel" userId="28f32122-af38-4bb9-ae1d-329f27496888" providerId="ADAL" clId="{62C32973-700C-4AD9-9ADF-72EDF9E590BD}" dt="2025-04-03T20:01:35.908" v="1827" actId="1076"/>
          <ac:spMkLst>
            <pc:docMk/>
            <pc:sldMk cId="2251251862" sldId="256"/>
            <ac:spMk id="8" creationId="{8A9FEE40-5597-4745-B3D2-E812EEFFCB4E}"/>
          </ac:spMkLst>
        </pc:spChg>
        <pc:spChg chg="mod">
          <ac:chgData name="Eli Toffel" userId="28f32122-af38-4bb9-ae1d-329f27496888" providerId="ADAL" clId="{62C32973-700C-4AD9-9ADF-72EDF9E590BD}" dt="2025-04-03T19:44:39.140" v="1125" actId="1076"/>
          <ac:spMkLst>
            <pc:docMk/>
            <pc:sldMk cId="2251251862" sldId="256"/>
            <ac:spMk id="10" creationId="{00000000-0000-0000-0000-000000000000}"/>
          </ac:spMkLst>
        </pc:spChg>
        <pc:spChg chg="mod">
          <ac:chgData name="Eli Toffel" userId="28f32122-af38-4bb9-ae1d-329f27496888" providerId="ADAL" clId="{62C32973-700C-4AD9-9ADF-72EDF9E590BD}" dt="2025-04-03T19:46:20.226" v="1140" actId="948"/>
          <ac:spMkLst>
            <pc:docMk/>
            <pc:sldMk cId="2251251862" sldId="256"/>
            <ac:spMk id="11" creationId="{00000000-0000-0000-0000-000000000000}"/>
          </ac:spMkLst>
        </pc:spChg>
        <pc:spChg chg="mod">
          <ac:chgData name="Eli Toffel" userId="28f32122-af38-4bb9-ae1d-329f27496888" providerId="ADAL" clId="{62C32973-700C-4AD9-9ADF-72EDF9E590BD}" dt="2025-04-03T20:11:56.901" v="1870" actId="20577"/>
          <ac:spMkLst>
            <pc:docMk/>
            <pc:sldMk cId="2251251862" sldId="256"/>
            <ac:spMk id="12" creationId="{00000000-0000-0000-0000-000000000000}"/>
          </ac:spMkLst>
        </pc:spChg>
        <pc:spChg chg="del mod">
          <ac:chgData name="Eli Toffel" userId="28f32122-af38-4bb9-ae1d-329f27496888" providerId="ADAL" clId="{62C32973-700C-4AD9-9ADF-72EDF9E590BD}" dt="2025-04-03T19:35:41.962" v="1021" actId="478"/>
          <ac:spMkLst>
            <pc:docMk/>
            <pc:sldMk cId="2251251862" sldId="256"/>
            <ac:spMk id="13" creationId="{00000000-0000-0000-0000-000000000000}"/>
          </ac:spMkLst>
        </pc:spChg>
        <pc:spChg chg="mod">
          <ac:chgData name="Eli Toffel" userId="28f32122-af38-4bb9-ae1d-329f27496888" providerId="ADAL" clId="{62C32973-700C-4AD9-9ADF-72EDF9E590BD}" dt="2025-04-03T19:57:42.817" v="1723" actId="1076"/>
          <ac:spMkLst>
            <pc:docMk/>
            <pc:sldMk cId="2251251862" sldId="256"/>
            <ac:spMk id="14" creationId="{00000000-0000-0000-0000-000000000000}"/>
          </ac:spMkLst>
        </pc:spChg>
        <pc:spChg chg="mod">
          <ac:chgData name="Eli Toffel" userId="28f32122-af38-4bb9-ae1d-329f27496888" providerId="ADAL" clId="{62C32973-700C-4AD9-9ADF-72EDF9E590BD}" dt="2025-04-03T20:13:19.558" v="1923" actId="14100"/>
          <ac:spMkLst>
            <pc:docMk/>
            <pc:sldMk cId="2251251862" sldId="256"/>
            <ac:spMk id="15" creationId="{00000000-0000-0000-0000-000000000000}"/>
          </ac:spMkLst>
        </pc:spChg>
        <pc:spChg chg="del">
          <ac:chgData name="Eli Toffel" userId="28f32122-af38-4bb9-ae1d-329f27496888" providerId="ADAL" clId="{62C32973-700C-4AD9-9ADF-72EDF9E590BD}" dt="2025-04-03T18:06:41.419" v="2" actId="478"/>
          <ac:spMkLst>
            <pc:docMk/>
            <pc:sldMk cId="2251251862" sldId="256"/>
            <ac:spMk id="24" creationId="{00000000-0000-0000-0000-000000000000}"/>
          </ac:spMkLst>
        </pc:spChg>
        <pc:spChg chg="del">
          <ac:chgData name="Eli Toffel" userId="28f32122-af38-4bb9-ae1d-329f27496888" providerId="ADAL" clId="{62C32973-700C-4AD9-9ADF-72EDF9E590BD}" dt="2025-04-03T18:06:44.842" v="3" actId="478"/>
          <ac:spMkLst>
            <pc:docMk/>
            <pc:sldMk cId="2251251862" sldId="256"/>
            <ac:spMk id="25" creationId="{00000000-0000-0000-0000-000000000000}"/>
          </ac:spMkLst>
        </pc:spChg>
        <pc:spChg chg="del mod">
          <ac:chgData name="Eli Toffel" userId="28f32122-af38-4bb9-ae1d-329f27496888" providerId="ADAL" clId="{62C32973-700C-4AD9-9ADF-72EDF9E590BD}" dt="2025-04-03T18:06:50.746" v="5" actId="478"/>
          <ac:spMkLst>
            <pc:docMk/>
            <pc:sldMk cId="2251251862" sldId="256"/>
            <ac:spMk id="26" creationId="{00000000-0000-0000-0000-000000000000}"/>
          </ac:spMkLst>
        </pc:spChg>
        <pc:spChg chg="del">
          <ac:chgData name="Eli Toffel" userId="28f32122-af38-4bb9-ae1d-329f27496888" providerId="ADAL" clId="{62C32973-700C-4AD9-9ADF-72EDF9E590BD}" dt="2025-04-03T18:06:49.914" v="4" actId="478"/>
          <ac:spMkLst>
            <pc:docMk/>
            <pc:sldMk cId="2251251862" sldId="256"/>
            <ac:spMk id="27" creationId="{00000000-0000-0000-0000-000000000000}"/>
          </ac:spMkLst>
        </pc:spChg>
        <pc:spChg chg="mod">
          <ac:chgData name="Eli Toffel" userId="28f32122-af38-4bb9-ae1d-329f27496888" providerId="ADAL" clId="{62C32973-700C-4AD9-9ADF-72EDF9E590BD}" dt="2025-04-03T19:45:30.837" v="1133" actId="1076"/>
          <ac:spMkLst>
            <pc:docMk/>
            <pc:sldMk cId="2251251862" sldId="256"/>
            <ac:spMk id="33" creationId="{00000000-0000-0000-0000-000000000000}"/>
          </ac:spMkLst>
        </pc:spChg>
        <pc:spChg chg="mod">
          <ac:chgData name="Eli Toffel" userId="28f32122-af38-4bb9-ae1d-329f27496888" providerId="ADAL" clId="{62C32973-700C-4AD9-9ADF-72EDF9E590BD}" dt="2025-04-03T20:10:49.802" v="1860" actId="1076"/>
          <ac:spMkLst>
            <pc:docMk/>
            <pc:sldMk cId="2251251862" sldId="256"/>
            <ac:spMk id="34" creationId="{00000000-0000-0000-0000-000000000000}"/>
          </ac:spMkLst>
        </pc:spChg>
        <pc:spChg chg="mod">
          <ac:chgData name="Eli Toffel" userId="28f32122-af38-4bb9-ae1d-329f27496888" providerId="ADAL" clId="{62C32973-700C-4AD9-9ADF-72EDF9E590BD}" dt="2025-04-03T19:43:09.742" v="1084" actId="571"/>
          <ac:spMkLst>
            <pc:docMk/>
            <pc:sldMk cId="2251251862" sldId="256"/>
            <ac:spMk id="35" creationId="{00000000-0000-0000-0000-000000000000}"/>
          </ac:spMkLst>
        </pc:spChg>
        <pc:spChg chg="mod">
          <ac:chgData name="Eli Toffel" userId="28f32122-af38-4bb9-ae1d-329f27496888" providerId="ADAL" clId="{62C32973-700C-4AD9-9ADF-72EDF9E590BD}" dt="2025-04-03T19:57:39.289" v="1722" actId="1076"/>
          <ac:spMkLst>
            <pc:docMk/>
            <pc:sldMk cId="2251251862" sldId="256"/>
            <ac:spMk id="36" creationId="{00000000-0000-0000-0000-000000000000}"/>
          </ac:spMkLst>
        </pc:spChg>
        <pc:spChg chg="add mod">
          <ac:chgData name="Eli Toffel" userId="28f32122-af38-4bb9-ae1d-329f27496888" providerId="ADAL" clId="{62C32973-700C-4AD9-9ADF-72EDF9E590BD}" dt="2025-04-03T19:43:09.742" v="1084" actId="571"/>
          <ac:spMkLst>
            <pc:docMk/>
            <pc:sldMk cId="2251251862" sldId="256"/>
            <ac:spMk id="39" creationId="{4C95D51D-181F-4C11-BF18-9279CE44056F}"/>
          </ac:spMkLst>
        </pc:spChg>
        <pc:spChg chg="mod">
          <ac:chgData name="Eli Toffel" userId="28f32122-af38-4bb9-ae1d-329f27496888" providerId="ADAL" clId="{62C32973-700C-4AD9-9ADF-72EDF9E590BD}" dt="2025-04-03T20:10:54.345" v="1861" actId="14100"/>
          <ac:spMkLst>
            <pc:docMk/>
            <pc:sldMk cId="2251251862" sldId="256"/>
            <ac:spMk id="40" creationId="{68DA4928-B1CB-4533-B0BC-7281A0174497}"/>
          </ac:spMkLst>
        </pc:spChg>
        <pc:spChg chg="mod">
          <ac:chgData name="Eli Toffel" userId="28f32122-af38-4bb9-ae1d-329f27496888" providerId="ADAL" clId="{62C32973-700C-4AD9-9ADF-72EDF9E590BD}" dt="2025-04-03T20:11:06.688" v="1863" actId="1076"/>
          <ac:spMkLst>
            <pc:docMk/>
            <pc:sldMk cId="2251251862" sldId="256"/>
            <ac:spMk id="41" creationId="{793A48F6-FD12-4D15-9542-BEB08B2F036E}"/>
          </ac:spMkLst>
        </pc:spChg>
        <pc:spChg chg="add del mod">
          <ac:chgData name="Eli Toffel" userId="28f32122-af38-4bb9-ae1d-329f27496888" providerId="ADAL" clId="{62C32973-700C-4AD9-9ADF-72EDF9E590BD}" dt="2025-04-03T19:58:17.156" v="1728" actId="22"/>
          <ac:spMkLst>
            <pc:docMk/>
            <pc:sldMk cId="2251251862" sldId="256"/>
            <ac:spMk id="42" creationId="{6431479F-9D53-4604-BAC0-C6FE24436FEA}"/>
          </ac:spMkLst>
        </pc:spChg>
        <pc:spChg chg="add mod">
          <ac:chgData name="Eli Toffel" userId="28f32122-af38-4bb9-ae1d-329f27496888" providerId="ADAL" clId="{62C32973-700C-4AD9-9ADF-72EDF9E590BD}" dt="2025-04-03T20:09:08.848" v="1840" actId="20577"/>
          <ac:spMkLst>
            <pc:docMk/>
            <pc:sldMk cId="2251251862" sldId="256"/>
            <ac:spMk id="43" creationId="{2CA3B99D-509B-43BD-AD40-49C0BB3176B2}"/>
          </ac:spMkLst>
        </pc:spChg>
        <pc:spChg chg="del mod">
          <ac:chgData name="Eli Toffel" userId="28f32122-af38-4bb9-ae1d-329f27496888" providerId="ADAL" clId="{62C32973-700C-4AD9-9ADF-72EDF9E590BD}" dt="2025-04-03T19:35:24.234" v="1016" actId="478"/>
          <ac:spMkLst>
            <pc:docMk/>
            <pc:sldMk cId="2251251862" sldId="256"/>
            <ac:spMk id="45" creationId="{00000000-0000-0000-0000-000000000000}"/>
          </ac:spMkLst>
        </pc:spChg>
        <pc:spChg chg="add mod">
          <ac:chgData name="Eli Toffel" userId="28f32122-af38-4bb9-ae1d-329f27496888" providerId="ADAL" clId="{62C32973-700C-4AD9-9ADF-72EDF9E590BD}" dt="2025-04-03T19:59:32.194" v="1810" actId="20577"/>
          <ac:spMkLst>
            <pc:docMk/>
            <pc:sldMk cId="2251251862" sldId="256"/>
            <ac:spMk id="46" creationId="{6FAE3162-A0D7-43CB-8151-0CBF45A91626}"/>
          </ac:spMkLst>
        </pc:spChg>
        <pc:spChg chg="mod">
          <ac:chgData name="Eli Toffel" userId="28f32122-af38-4bb9-ae1d-329f27496888" providerId="ADAL" clId="{62C32973-700C-4AD9-9ADF-72EDF9E590BD}" dt="2025-04-03T20:12:24.491" v="1912" actId="20577"/>
          <ac:spMkLst>
            <pc:docMk/>
            <pc:sldMk cId="2251251862" sldId="256"/>
            <ac:spMk id="48" creationId="{ECB48590-205B-487C-BEA6-7AD4E150C94E}"/>
          </ac:spMkLst>
        </pc:spChg>
        <pc:spChg chg="mod">
          <ac:chgData name="Eli Toffel" userId="28f32122-af38-4bb9-ae1d-329f27496888" providerId="ADAL" clId="{62C32973-700C-4AD9-9ADF-72EDF9E590BD}" dt="2025-04-03T20:12:15.110" v="1885" actId="20577"/>
          <ac:spMkLst>
            <pc:docMk/>
            <pc:sldMk cId="2251251862" sldId="256"/>
            <ac:spMk id="49" creationId="{3BA542D0-3E33-4727-9C36-6F58F1050C60}"/>
          </ac:spMkLst>
        </pc:spChg>
        <pc:spChg chg="del">
          <ac:chgData name="Eli Toffel" userId="28f32122-af38-4bb9-ae1d-329f27496888" providerId="ADAL" clId="{62C32973-700C-4AD9-9ADF-72EDF9E590BD}" dt="2025-04-03T19:16:05.800" v="804" actId="478"/>
          <ac:spMkLst>
            <pc:docMk/>
            <pc:sldMk cId="2251251862" sldId="256"/>
            <ac:spMk id="53" creationId="{00000000-0000-0000-0000-000000000000}"/>
          </ac:spMkLst>
        </pc:spChg>
        <pc:grpChg chg="mod">
          <ac:chgData name="Eli Toffel" userId="28f32122-af38-4bb9-ae1d-329f27496888" providerId="ADAL" clId="{62C32973-700C-4AD9-9ADF-72EDF9E590BD}" dt="2025-04-03T20:11:50.068" v="1869" actId="1076"/>
          <ac:grpSpMkLst>
            <pc:docMk/>
            <pc:sldMk cId="2251251862" sldId="256"/>
            <ac:grpSpMk id="3" creationId="{84C6DFB6-FA02-407B-B04F-034E2E7A3D84}"/>
          </ac:grpSpMkLst>
        </pc:grpChg>
        <pc:grpChg chg="del">
          <ac:chgData name="Eli Toffel" userId="28f32122-af38-4bb9-ae1d-329f27496888" providerId="ADAL" clId="{62C32973-700C-4AD9-9ADF-72EDF9E590BD}" dt="2025-04-03T19:42:59.343" v="1082" actId="478"/>
          <ac:grpSpMkLst>
            <pc:docMk/>
            <pc:sldMk cId="2251251862" sldId="256"/>
            <ac:grpSpMk id="6" creationId="{1133DADA-D822-4795-ADFB-31ACA6A10AD2}"/>
          </ac:grpSpMkLst>
        </pc:grpChg>
        <pc:grpChg chg="add mod ord">
          <ac:chgData name="Eli Toffel" userId="28f32122-af38-4bb9-ae1d-329f27496888" providerId="ADAL" clId="{62C32973-700C-4AD9-9ADF-72EDF9E590BD}" dt="2025-04-03T20:12:37.859" v="1914" actId="167"/>
          <ac:grpSpMkLst>
            <pc:docMk/>
            <pc:sldMk cId="2251251862" sldId="256"/>
            <ac:grpSpMk id="47" creationId="{0DD69B06-316F-479B-8B92-F30562BD6CD7}"/>
          </ac:grpSpMkLst>
        </pc:grpChg>
        <pc:graphicFrameChg chg="del modGraphic">
          <ac:chgData name="Eli Toffel" userId="28f32122-af38-4bb9-ae1d-329f27496888" providerId="ADAL" clId="{62C32973-700C-4AD9-9ADF-72EDF9E590BD}" dt="2025-04-03T19:16:03.231" v="803" actId="478"/>
          <ac:graphicFrameMkLst>
            <pc:docMk/>
            <pc:sldMk cId="2251251862" sldId="256"/>
            <ac:graphicFrameMk id="44" creationId="{00000000-0000-0000-0000-000000000000}"/>
          </ac:graphicFrameMkLst>
        </pc:graphicFrameChg>
        <pc:picChg chg="add mod">
          <ac:chgData name="Eli Toffel" userId="28f32122-af38-4bb9-ae1d-329f27496888" providerId="ADAL" clId="{62C32973-700C-4AD9-9ADF-72EDF9E590BD}" dt="2025-04-03T20:10:49.802" v="1860" actId="1076"/>
          <ac:picMkLst>
            <pc:docMk/>
            <pc:sldMk cId="2251251862" sldId="256"/>
            <ac:picMk id="16" creationId="{E4939FFF-96FC-4C6D-9972-7230E0072079}"/>
          </ac:picMkLst>
        </pc:picChg>
        <pc:picChg chg="add mod modCrop">
          <ac:chgData name="Eli Toffel" userId="28f32122-af38-4bb9-ae1d-329f27496888" providerId="ADAL" clId="{62C32973-700C-4AD9-9ADF-72EDF9E590BD}" dt="2025-04-03T20:13:23.409" v="1925" actId="1076"/>
          <ac:picMkLst>
            <pc:docMk/>
            <pc:sldMk cId="2251251862" sldId="256"/>
            <ac:picMk id="18" creationId="{CB9CCB7A-702F-45C9-B21B-4803312944D9}"/>
          </ac:picMkLst>
        </pc:picChg>
        <pc:picChg chg="add mod">
          <ac:chgData name="Eli Toffel" userId="28f32122-af38-4bb9-ae1d-329f27496888" providerId="ADAL" clId="{62C32973-700C-4AD9-9ADF-72EDF9E590BD}" dt="2025-04-03T20:13:32.801" v="1926" actId="1076"/>
          <ac:picMkLst>
            <pc:docMk/>
            <pc:sldMk cId="2251251862" sldId="256"/>
            <ac:picMk id="20" creationId="{471629D3-9686-46F3-8B93-E7823BDCB1EA}"/>
          </ac:picMkLst>
        </pc:picChg>
        <pc:picChg chg="mod">
          <ac:chgData name="Eli Toffel" userId="28f32122-af38-4bb9-ae1d-329f27496888" providerId="ADAL" clId="{62C32973-700C-4AD9-9ADF-72EDF9E590BD}" dt="2025-04-03T18:13:11.386" v="9" actId="1076"/>
          <ac:picMkLst>
            <pc:docMk/>
            <pc:sldMk cId="2251251862" sldId="256"/>
            <ac:picMk id="38" creationId="{5F140EFD-FDCA-4754-8BD4-09784A38D075}"/>
          </ac:picMkLst>
        </pc:picChg>
        <pc:picChg chg="add del mod">
          <ac:chgData name="Eli Toffel" userId="28f32122-af38-4bb9-ae1d-329f27496888" providerId="ADAL" clId="{62C32973-700C-4AD9-9ADF-72EDF9E590BD}" dt="2025-04-03T19:25:44.688" v="898" actId="478"/>
          <ac:picMkLst>
            <pc:docMk/>
            <pc:sldMk cId="2251251862" sldId="256"/>
            <ac:picMk id="1026" creationId="{D13D6B15-A7B2-40CF-A3E7-31CFB4D8697C}"/>
          </ac:picMkLst>
        </pc:picChg>
      </pc:sldChg>
    </pc:docChg>
  </pc:docChgLst>
  <pc:docChgLst>
    <pc:chgData name="Eli Toffel" userId="28f32122-af38-4bb9-ae1d-329f27496888" providerId="ADAL" clId="{DE0EDEE3-65A4-4E45-808D-8922F41A84B4}"/>
    <pc:docChg chg="modSld">
      <pc:chgData name="Eli Toffel" userId="28f32122-af38-4bb9-ae1d-329f27496888" providerId="ADAL" clId="{DE0EDEE3-65A4-4E45-808D-8922F41A84B4}" dt="2025-04-07T15:49:20.464" v="12"/>
      <pc:docMkLst>
        <pc:docMk/>
      </pc:docMkLst>
      <pc:sldChg chg="addSp modSp">
        <pc:chgData name="Eli Toffel" userId="28f32122-af38-4bb9-ae1d-329f27496888" providerId="ADAL" clId="{DE0EDEE3-65A4-4E45-808D-8922F41A84B4}" dt="2025-04-07T15:49:20.464" v="12"/>
        <pc:sldMkLst>
          <pc:docMk/>
          <pc:sldMk cId="2251251862" sldId="256"/>
        </pc:sldMkLst>
        <pc:spChg chg="add mod">
          <ac:chgData name="Eli Toffel" userId="28f32122-af38-4bb9-ae1d-329f27496888" providerId="ADAL" clId="{DE0EDEE3-65A4-4E45-808D-8922F41A84B4}" dt="2025-04-07T15:36:17.074" v="11" actId="767"/>
          <ac:spMkLst>
            <pc:docMk/>
            <pc:sldMk cId="2251251862" sldId="256"/>
            <ac:spMk id="2" creationId="{40F8C162-16B9-43FB-8C57-25CBDFE0DA46}"/>
          </ac:spMkLst>
        </pc:spChg>
        <pc:spChg chg="add mod">
          <ac:chgData name="Eli Toffel" userId="28f32122-af38-4bb9-ae1d-329f27496888" providerId="ADAL" clId="{DE0EDEE3-65A4-4E45-808D-8922F41A84B4}" dt="2025-04-07T15:06:18.105" v="0"/>
          <ac:spMkLst>
            <pc:docMk/>
            <pc:sldMk cId="2251251862" sldId="256"/>
            <ac:spMk id="30" creationId="{54A7744F-9A00-47F8-B144-E52E866B8C2F}"/>
          </ac:spMkLst>
        </pc:spChg>
        <pc:spChg chg="add mod">
          <ac:chgData name="Eli Toffel" userId="28f32122-af38-4bb9-ae1d-329f27496888" providerId="ADAL" clId="{DE0EDEE3-65A4-4E45-808D-8922F41A84B4}" dt="2025-04-07T15:06:52.371" v="1"/>
          <ac:spMkLst>
            <pc:docMk/>
            <pc:sldMk cId="2251251862" sldId="256"/>
            <ac:spMk id="31" creationId="{B5D3F9D0-BAAB-4CAB-9895-9074BA7AF84B}"/>
          </ac:spMkLst>
        </pc:spChg>
        <pc:spChg chg="add mod">
          <ac:chgData name="Eli Toffel" userId="28f32122-af38-4bb9-ae1d-329f27496888" providerId="ADAL" clId="{DE0EDEE3-65A4-4E45-808D-8922F41A84B4}" dt="2025-04-07T15:08:06.532" v="2"/>
          <ac:spMkLst>
            <pc:docMk/>
            <pc:sldMk cId="2251251862" sldId="256"/>
            <ac:spMk id="36" creationId="{43114FCA-0D84-4CE5-8C15-87F1D95DE253}"/>
          </ac:spMkLst>
        </pc:spChg>
        <pc:spChg chg="add mod">
          <ac:chgData name="Eli Toffel" userId="28f32122-af38-4bb9-ae1d-329f27496888" providerId="ADAL" clId="{DE0EDEE3-65A4-4E45-808D-8922F41A84B4}" dt="2025-04-07T15:09:35.008" v="3"/>
          <ac:spMkLst>
            <pc:docMk/>
            <pc:sldMk cId="2251251862" sldId="256"/>
            <ac:spMk id="39" creationId="{E2E6A50B-0F6D-4D21-8246-4D8C6172833E}"/>
          </ac:spMkLst>
        </pc:spChg>
        <pc:spChg chg="mod">
          <ac:chgData name="Eli Toffel" userId="28f32122-af38-4bb9-ae1d-329f27496888" providerId="ADAL" clId="{DE0EDEE3-65A4-4E45-808D-8922F41A84B4}" dt="2025-04-07T15:22:27.808" v="9" actId="20578"/>
          <ac:spMkLst>
            <pc:docMk/>
            <pc:sldMk cId="2251251862" sldId="256"/>
            <ac:spMk id="41" creationId="{793A48F6-FD12-4D15-9542-BEB08B2F036E}"/>
          </ac:spMkLst>
        </pc:spChg>
        <pc:spChg chg="add mod">
          <ac:chgData name="Eli Toffel" userId="28f32122-af38-4bb9-ae1d-329f27496888" providerId="ADAL" clId="{DE0EDEE3-65A4-4E45-808D-8922F41A84B4}" dt="2025-04-07T15:10:34.453" v="4"/>
          <ac:spMkLst>
            <pc:docMk/>
            <pc:sldMk cId="2251251862" sldId="256"/>
            <ac:spMk id="42" creationId="{CFEDA5A9-F433-4D00-8DF2-5F5B6BBA2EBD}"/>
          </ac:spMkLst>
        </pc:spChg>
        <pc:spChg chg="add mod">
          <ac:chgData name="Eli Toffel" userId="28f32122-af38-4bb9-ae1d-329f27496888" providerId="ADAL" clId="{DE0EDEE3-65A4-4E45-808D-8922F41A84B4}" dt="2025-04-07T15:11:36.214" v="5"/>
          <ac:spMkLst>
            <pc:docMk/>
            <pc:sldMk cId="2251251862" sldId="256"/>
            <ac:spMk id="44" creationId="{3D14EFD8-B41B-41B4-9209-3610F6E42629}"/>
          </ac:spMkLst>
        </pc:spChg>
        <pc:spChg chg="add mod">
          <ac:chgData name="Eli Toffel" userId="28f32122-af38-4bb9-ae1d-329f27496888" providerId="ADAL" clId="{DE0EDEE3-65A4-4E45-808D-8922F41A84B4}" dt="2025-04-07T15:12:44.972" v="6"/>
          <ac:spMkLst>
            <pc:docMk/>
            <pc:sldMk cId="2251251862" sldId="256"/>
            <ac:spMk id="45" creationId="{15DC9D29-53E7-4474-9396-FB1BDEA18783}"/>
          </ac:spMkLst>
        </pc:spChg>
        <pc:spChg chg="add mod">
          <ac:chgData name="Eli Toffel" userId="28f32122-af38-4bb9-ae1d-329f27496888" providerId="ADAL" clId="{DE0EDEE3-65A4-4E45-808D-8922F41A84B4}" dt="2025-04-07T15:21:55.250" v="7"/>
          <ac:spMkLst>
            <pc:docMk/>
            <pc:sldMk cId="2251251862" sldId="256"/>
            <ac:spMk id="50" creationId="{34B98F52-89E0-4EEE-BA38-8E1182472699}"/>
          </ac:spMkLst>
        </pc:spChg>
        <pc:spChg chg="add mod">
          <ac:chgData name="Eli Toffel" userId="28f32122-af38-4bb9-ae1d-329f27496888" providerId="ADAL" clId="{DE0EDEE3-65A4-4E45-808D-8922F41A84B4}" dt="2025-04-07T15:34:00.797" v="10"/>
          <ac:spMkLst>
            <pc:docMk/>
            <pc:sldMk cId="2251251862" sldId="256"/>
            <ac:spMk id="51" creationId="{7D6D7F9D-61F8-4B88-9D55-C7F588227664}"/>
          </ac:spMkLst>
        </pc:spChg>
        <pc:spChg chg="add mod">
          <ac:chgData name="Eli Toffel" userId="28f32122-af38-4bb9-ae1d-329f27496888" providerId="ADAL" clId="{DE0EDEE3-65A4-4E45-808D-8922F41A84B4}" dt="2025-04-07T15:49:20.464" v="12"/>
          <ac:spMkLst>
            <pc:docMk/>
            <pc:sldMk cId="2251251862" sldId="256"/>
            <ac:spMk id="52" creationId="{3797480E-9962-4B46-8A26-7ECE8101256D}"/>
          </ac:spMkLst>
        </pc:spChg>
      </pc:sldChg>
    </pc:docChg>
  </pc:docChgLst>
  <pc:docChgLst>
    <pc:chgData name="Eli Toffel" userId="28f32122-af38-4bb9-ae1d-329f27496888" providerId="ADAL" clId="{7E218B40-2394-4C25-9B9B-93B4CCAA51EA}"/>
    <pc:docChg chg="modSld">
      <pc:chgData name="Eli Toffel" userId="28f32122-af38-4bb9-ae1d-329f27496888" providerId="ADAL" clId="{7E218B40-2394-4C25-9B9B-93B4CCAA51EA}" dt="2025-04-07T01:47:54.432" v="2"/>
      <pc:docMkLst>
        <pc:docMk/>
      </pc:docMkLst>
      <pc:sldChg chg="addSp delSp modSp">
        <pc:chgData name="Eli Toffel" userId="28f32122-af38-4bb9-ae1d-329f27496888" providerId="ADAL" clId="{7E218B40-2394-4C25-9B9B-93B4CCAA51EA}" dt="2025-04-07T01:47:54.432" v="2"/>
        <pc:sldMkLst>
          <pc:docMk/>
          <pc:sldMk cId="2251251862" sldId="256"/>
        </pc:sldMkLst>
        <pc:spChg chg="add mod">
          <ac:chgData name="Eli Toffel" userId="28f32122-af38-4bb9-ae1d-329f27496888" providerId="ADAL" clId="{7E218B40-2394-4C25-9B9B-93B4CCAA51EA}" dt="2025-04-07T01:47:39.990" v="0"/>
          <ac:spMkLst>
            <pc:docMk/>
            <pc:sldMk cId="2251251862" sldId="256"/>
            <ac:spMk id="29" creationId="{5D162CAF-6CB0-4BD6-B302-DD9FF7BCF811}"/>
          </ac:spMkLst>
        </pc:spChg>
        <pc:spChg chg="add del mod">
          <ac:chgData name="Eli Toffel" userId="28f32122-af38-4bb9-ae1d-329f27496888" providerId="ADAL" clId="{7E218B40-2394-4C25-9B9B-93B4CCAA51EA}" dt="2025-04-07T01:47:54.432" v="2"/>
          <ac:spMkLst>
            <pc:docMk/>
            <pc:sldMk cId="2251251862" sldId="256"/>
            <ac:spMk id="30" creationId="{11F4E709-7A9F-4687-BB33-B3209B0F0B4E}"/>
          </ac:spMkLst>
        </pc:spChg>
      </pc:sldChg>
    </pc:docChg>
  </pc:docChgLst>
  <pc:docChgLst>
    <pc:chgData name="Eli Toffel" userId="28f32122-af38-4bb9-ae1d-329f27496888" providerId="ADAL" clId="{193B61C8-235F-4646-8E3A-2E01AB190E76}"/>
    <pc:docChg chg="modSld">
      <pc:chgData name="Eli Toffel" userId="28f32122-af38-4bb9-ae1d-329f27496888" providerId="ADAL" clId="{193B61C8-235F-4646-8E3A-2E01AB190E76}" dt="2025-04-04T17:40:01.723" v="27" actId="1076"/>
      <pc:docMkLst>
        <pc:docMk/>
      </pc:docMkLst>
      <pc:sldChg chg="addSp delSp modSp">
        <pc:chgData name="Eli Toffel" userId="28f32122-af38-4bb9-ae1d-329f27496888" providerId="ADAL" clId="{193B61C8-235F-4646-8E3A-2E01AB190E76}" dt="2025-04-04T17:40:01.723" v="27" actId="1076"/>
        <pc:sldMkLst>
          <pc:docMk/>
          <pc:sldMk cId="2251251862" sldId="256"/>
        </pc:sldMkLst>
        <pc:spChg chg="add mod">
          <ac:chgData name="Eli Toffel" userId="28f32122-af38-4bb9-ae1d-329f27496888" providerId="ADAL" clId="{193B61C8-235F-4646-8E3A-2E01AB190E76}" dt="2025-04-04T17:02:45.076" v="2"/>
          <ac:spMkLst>
            <pc:docMk/>
            <pc:sldMk cId="2251251862" sldId="256"/>
            <ac:spMk id="37" creationId="{7CA63E01-6E94-491A-A1C9-8C9FC55FD000}"/>
          </ac:spMkLst>
        </pc:spChg>
        <pc:picChg chg="add mod">
          <ac:chgData name="Eli Toffel" userId="28f32122-af38-4bb9-ae1d-329f27496888" providerId="ADAL" clId="{193B61C8-235F-4646-8E3A-2E01AB190E76}" dt="2025-04-04T16:36:10.803" v="0" actId="931"/>
          <ac:picMkLst>
            <pc:docMk/>
            <pc:sldMk cId="2251251862" sldId="256"/>
            <ac:picMk id="7" creationId="{289A5E3D-9967-43BA-A78C-0B06296954E4}"/>
          </ac:picMkLst>
        </pc:picChg>
        <pc:picChg chg="add mod">
          <ac:chgData name="Eli Toffel" userId="28f32122-af38-4bb9-ae1d-329f27496888" providerId="ADAL" clId="{193B61C8-235F-4646-8E3A-2E01AB190E76}" dt="2025-04-04T16:58:29.808" v="1" actId="931"/>
          <ac:picMkLst>
            <pc:docMk/>
            <pc:sldMk cId="2251251862" sldId="256"/>
            <ac:picMk id="13" creationId="{F13DBFD9-A063-43F1-A557-B3DA9BB70200}"/>
          </ac:picMkLst>
        </pc:picChg>
        <pc:picChg chg="add mod">
          <ac:chgData name="Eli Toffel" userId="28f32122-af38-4bb9-ae1d-329f27496888" providerId="ADAL" clId="{193B61C8-235F-4646-8E3A-2E01AB190E76}" dt="2025-04-04T17:35:01.730" v="19" actId="931"/>
          <ac:picMkLst>
            <pc:docMk/>
            <pc:sldMk cId="2251251862" sldId="256"/>
            <ac:picMk id="19" creationId="{ADEFF100-A56E-4D83-B2EB-D45D698C641E}"/>
          </ac:picMkLst>
        </pc:picChg>
        <pc:picChg chg="add mod">
          <ac:chgData name="Eli Toffel" userId="28f32122-af38-4bb9-ae1d-329f27496888" providerId="ADAL" clId="{193B61C8-235F-4646-8E3A-2E01AB190E76}" dt="2025-04-04T17:36:51.217" v="20" actId="931"/>
          <ac:picMkLst>
            <pc:docMk/>
            <pc:sldMk cId="2251251862" sldId="256"/>
            <ac:picMk id="22" creationId="{D448396B-D7D9-45BC-BC20-F2CEC290CE42}"/>
          </ac:picMkLst>
        </pc:picChg>
        <pc:picChg chg="add mod">
          <ac:chgData name="Eli Toffel" userId="28f32122-af38-4bb9-ae1d-329f27496888" providerId="ADAL" clId="{193B61C8-235F-4646-8E3A-2E01AB190E76}" dt="2025-04-04T17:38:37.633" v="21"/>
          <ac:picMkLst>
            <pc:docMk/>
            <pc:sldMk cId="2251251862" sldId="256"/>
            <ac:picMk id="24" creationId="{CC66C350-6F91-4C56-9AD0-A87C2478CE11}"/>
          </ac:picMkLst>
        </pc:picChg>
        <pc:picChg chg="mod">
          <ac:chgData name="Eli Toffel" userId="28f32122-af38-4bb9-ae1d-329f27496888" providerId="ADAL" clId="{193B61C8-235F-4646-8E3A-2E01AB190E76}" dt="2025-04-04T17:40:01.723" v="27" actId="1076"/>
          <ac:picMkLst>
            <pc:docMk/>
            <pc:sldMk cId="2251251862" sldId="256"/>
            <ac:picMk id="38" creationId="{5F140EFD-FDCA-4754-8BD4-09784A38D075}"/>
          </ac:picMkLst>
        </pc:picChg>
        <pc:picChg chg="add del mod">
          <ac:chgData name="Eli Toffel" userId="28f32122-af38-4bb9-ae1d-329f27496888" providerId="ADAL" clId="{193B61C8-235F-4646-8E3A-2E01AB190E76}" dt="2025-04-04T17:12:17.828" v="15" actId="478"/>
          <ac:picMkLst>
            <pc:docMk/>
            <pc:sldMk cId="2251251862" sldId="256"/>
            <ac:picMk id="1026" creationId="{AAB0FB4D-AAF2-44D7-AC71-BBBDEAFFD262}"/>
          </ac:picMkLst>
        </pc:picChg>
        <pc:picChg chg="add del mod">
          <ac:chgData name="Eli Toffel" userId="28f32122-af38-4bb9-ae1d-329f27496888" providerId="ADAL" clId="{193B61C8-235F-4646-8E3A-2E01AB190E76}" dt="2025-04-04T17:11:18.539" v="12" actId="478"/>
          <ac:picMkLst>
            <pc:docMk/>
            <pc:sldMk cId="2251251862" sldId="256"/>
            <ac:picMk id="1028" creationId="{9957919B-FEBC-45ED-B0F9-288706A8CBF7}"/>
          </ac:picMkLst>
        </pc:picChg>
        <pc:picChg chg="add del mod">
          <ac:chgData name="Eli Toffel" userId="28f32122-af38-4bb9-ae1d-329f27496888" providerId="ADAL" clId="{193B61C8-235F-4646-8E3A-2E01AB190E76}" dt="2025-04-04T17:12:26.315" v="18" actId="478"/>
          <ac:picMkLst>
            <pc:docMk/>
            <pc:sldMk cId="2251251862" sldId="256"/>
            <ac:picMk id="1030" creationId="{179A7080-E933-4114-82F0-556C935755C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97313" y="0"/>
            <a:ext cx="2982912" cy="466725"/>
          </a:xfrm>
          <a:prstGeom prst="rect">
            <a:avLst/>
          </a:prstGeom>
        </p:spPr>
        <p:txBody>
          <a:bodyPr vert="horz" lIns="91440" tIns="45720" rIns="91440" bIns="45720" rtlCol="0"/>
          <a:lstStyle>
            <a:lvl1pPr algn="r">
              <a:defRPr sz="1200"/>
            </a:lvl1pPr>
          </a:lstStyle>
          <a:p>
            <a:fld id="{2FCB0421-A883-4959-A903-8F2784E3BD2E}" type="datetimeFigureOut">
              <a:rPr lang="en-US" smtClean="0"/>
              <a:t>4/7/2025</a:t>
            </a:fld>
            <a:endParaRPr lang="en-US"/>
          </a:p>
        </p:txBody>
      </p:sp>
      <p:sp>
        <p:nvSpPr>
          <p:cNvPr id="4" name="Slide Image Placeholder 3"/>
          <p:cNvSpPr>
            <a:spLocks noGrp="1" noRot="1" noChangeAspect="1"/>
          </p:cNvSpPr>
          <p:nvPr>
            <p:ph type="sldImg" idx="2"/>
          </p:nvPr>
        </p:nvSpPr>
        <p:spPr>
          <a:xfrm>
            <a:off x="1350963" y="1162050"/>
            <a:ext cx="4181475"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8975" y="4473575"/>
            <a:ext cx="55054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2982913"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97313" y="8829675"/>
            <a:ext cx="2982912" cy="466725"/>
          </a:xfrm>
          <a:prstGeom prst="rect">
            <a:avLst/>
          </a:prstGeom>
        </p:spPr>
        <p:txBody>
          <a:bodyPr vert="horz" lIns="91440" tIns="45720" rIns="91440" bIns="45720" rtlCol="0" anchor="b"/>
          <a:lstStyle>
            <a:lvl1pPr algn="r">
              <a:defRPr sz="1200"/>
            </a:lvl1pPr>
          </a:lstStyle>
          <a:p>
            <a:fld id="{4CB1FE6A-D5F7-47CF-8EE4-9F33733FF5E2}" type="slidenum">
              <a:rPr lang="en-US" smtClean="0"/>
              <a:t>‹#›</a:t>
            </a:fld>
            <a:endParaRPr lang="en-US"/>
          </a:p>
        </p:txBody>
      </p:sp>
    </p:spTree>
    <p:extLst>
      <p:ext uri="{BB962C8B-B14F-4D97-AF65-F5344CB8AC3E}">
        <p14:creationId xmlns:p14="http://schemas.microsoft.com/office/powerpoint/2010/main" val="3893386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B1FE6A-D5F7-47CF-8EE4-9F33733FF5E2}" type="slidenum">
              <a:rPr lang="en-US" smtClean="0"/>
              <a:t>1</a:t>
            </a:fld>
            <a:endParaRPr lang="en-US"/>
          </a:p>
        </p:txBody>
      </p:sp>
    </p:spTree>
    <p:extLst>
      <p:ext uri="{BB962C8B-B14F-4D97-AF65-F5344CB8AC3E}">
        <p14:creationId xmlns:p14="http://schemas.microsoft.com/office/powerpoint/2010/main" val="2894577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9520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AA2320-7051-4086-BE30-05F3CED99B81}"/>
              </a:ext>
            </a:extLst>
          </p:cNvPr>
          <p:cNvSpPr>
            <a:spLocks noGrp="1"/>
          </p:cNvSpPr>
          <p:nvPr>
            <p:ph type="title"/>
          </p:nvPr>
        </p:nvSpPr>
        <p:spPr>
          <a:xfrm>
            <a:off x="3017520" y="1752603"/>
            <a:ext cx="3785616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CB6650-51D1-4FB7-8D77-2EAACEEADF8A}"/>
              </a:ext>
            </a:extLst>
          </p:cNvPr>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90E7C8-7FF9-4C9C-8025-3CCF1F580193}"/>
              </a:ext>
            </a:extLst>
          </p:cNvPr>
          <p:cNvSpPr>
            <a:spLocks noGrp="1"/>
          </p:cNvSpPr>
          <p:nvPr>
            <p:ph type="dt" sz="half" idx="2"/>
          </p:nvPr>
        </p:nvSpPr>
        <p:spPr>
          <a:xfrm>
            <a:off x="3017520" y="30510482"/>
            <a:ext cx="9875520" cy="1752600"/>
          </a:xfrm>
          <a:prstGeom prst="rect">
            <a:avLst/>
          </a:prstGeom>
        </p:spPr>
        <p:txBody>
          <a:bodyPr vert="horz" lIns="91440" tIns="45720" rIns="91440" bIns="45720" rtlCol="0" anchor="ctr"/>
          <a:lstStyle>
            <a:lvl1pPr algn="l">
              <a:defRPr sz="4320">
                <a:solidFill>
                  <a:schemeClr val="tx1">
                    <a:tint val="75000"/>
                  </a:schemeClr>
                </a:solidFill>
              </a:defRPr>
            </a:lvl1pPr>
          </a:lstStyle>
          <a:p>
            <a:fld id="{985D6BDF-9D0E-4E2B-85B8-D8F4790360C9}" type="datetimeFigureOut">
              <a:rPr lang="en-US" smtClean="0"/>
              <a:t>4/7/2025</a:t>
            </a:fld>
            <a:endParaRPr lang="en-US" dirty="0"/>
          </a:p>
        </p:txBody>
      </p:sp>
      <p:sp>
        <p:nvSpPr>
          <p:cNvPr id="5" name="Footer Placeholder 4">
            <a:extLst>
              <a:ext uri="{FF2B5EF4-FFF2-40B4-BE49-F238E27FC236}">
                <a16:creationId xmlns:a16="http://schemas.microsoft.com/office/drawing/2014/main" id="{FAC26B8D-9A00-4784-BBA0-627D012CA801}"/>
              </a:ext>
            </a:extLst>
          </p:cNvPr>
          <p:cNvSpPr>
            <a:spLocks noGrp="1"/>
          </p:cNvSpPr>
          <p:nvPr>
            <p:ph type="ftr" sz="quarter" idx="3"/>
          </p:nvPr>
        </p:nvSpPr>
        <p:spPr>
          <a:xfrm>
            <a:off x="14538960" y="30510482"/>
            <a:ext cx="14813280" cy="1752600"/>
          </a:xfrm>
          <a:prstGeom prst="rect">
            <a:avLst/>
          </a:prstGeom>
        </p:spPr>
        <p:txBody>
          <a:bodyPr vert="horz" lIns="91440" tIns="45720" rIns="91440" bIns="45720" rtlCol="0" anchor="ctr"/>
          <a:lstStyle>
            <a:lvl1pPr algn="ctr">
              <a:defRPr sz="432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6772DF0-F4C0-44E8-9F72-FFC4534F3346}"/>
              </a:ext>
            </a:extLst>
          </p:cNvPr>
          <p:cNvSpPr>
            <a:spLocks noGrp="1"/>
          </p:cNvSpPr>
          <p:nvPr>
            <p:ph type="sldNum" sz="quarter" idx="4"/>
          </p:nvPr>
        </p:nvSpPr>
        <p:spPr>
          <a:xfrm>
            <a:off x="30998160" y="30510482"/>
            <a:ext cx="9875520" cy="1752600"/>
          </a:xfrm>
          <a:prstGeom prst="rect">
            <a:avLst/>
          </a:prstGeom>
        </p:spPr>
        <p:txBody>
          <a:bodyPr vert="horz" lIns="91440" tIns="45720" rIns="91440" bIns="45720" rtlCol="0" anchor="ctr"/>
          <a:lstStyle>
            <a:lvl1pPr algn="r">
              <a:defRPr sz="4320">
                <a:solidFill>
                  <a:schemeClr val="tx1">
                    <a:tint val="75000"/>
                  </a:schemeClr>
                </a:solidFill>
              </a:defRPr>
            </a:lvl1pPr>
          </a:lstStyle>
          <a:p>
            <a:fld id="{FBB075EA-769C-4ECD-B48E-D6FCDC24F876}" type="slidenum">
              <a:rPr lang="en-US" smtClean="0"/>
              <a:t>‹#›</a:t>
            </a:fld>
            <a:endParaRPr lang="en-US" dirty="0"/>
          </a:p>
        </p:txBody>
      </p:sp>
      <p:sp>
        <p:nvSpPr>
          <p:cNvPr id="7" name="Rectangle 6">
            <a:extLst>
              <a:ext uri="{FF2B5EF4-FFF2-40B4-BE49-F238E27FC236}">
                <a16:creationId xmlns:a16="http://schemas.microsoft.com/office/drawing/2014/main" id="{1A6B75E9-20AF-4508-B0B1-37EB62C7573F}"/>
              </a:ext>
            </a:extLst>
          </p:cNvPr>
          <p:cNvSpPr/>
          <p:nvPr userDrawn="1"/>
        </p:nvSpPr>
        <p:spPr>
          <a:xfrm>
            <a:off x="43159680" y="0"/>
            <a:ext cx="731520" cy="329184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dirty="0"/>
          </a:p>
        </p:txBody>
      </p:sp>
      <p:sp>
        <p:nvSpPr>
          <p:cNvPr id="8" name="Rectangle 7">
            <a:extLst>
              <a:ext uri="{FF2B5EF4-FFF2-40B4-BE49-F238E27FC236}">
                <a16:creationId xmlns:a16="http://schemas.microsoft.com/office/drawing/2014/main" id="{1908E2B7-FD7C-4917-9116-BC481670380D}"/>
              </a:ext>
            </a:extLst>
          </p:cNvPr>
          <p:cNvSpPr/>
          <p:nvPr userDrawn="1"/>
        </p:nvSpPr>
        <p:spPr>
          <a:xfrm>
            <a:off x="-3" y="0"/>
            <a:ext cx="731520" cy="329184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dirty="0"/>
          </a:p>
        </p:txBody>
      </p:sp>
      <p:sp>
        <p:nvSpPr>
          <p:cNvPr id="9" name="Rectangle 8">
            <a:extLst>
              <a:ext uri="{FF2B5EF4-FFF2-40B4-BE49-F238E27FC236}">
                <a16:creationId xmlns:a16="http://schemas.microsoft.com/office/drawing/2014/main" id="{4E459857-EC20-4725-9729-C46C2B82E67B}"/>
              </a:ext>
            </a:extLst>
          </p:cNvPr>
          <p:cNvSpPr/>
          <p:nvPr userDrawn="1"/>
        </p:nvSpPr>
        <p:spPr>
          <a:xfrm>
            <a:off x="0" y="0"/>
            <a:ext cx="43891200" cy="41148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dirty="0"/>
          </a:p>
        </p:txBody>
      </p:sp>
      <p:sp>
        <p:nvSpPr>
          <p:cNvPr id="10" name="Rectangle 9">
            <a:extLst>
              <a:ext uri="{FF2B5EF4-FFF2-40B4-BE49-F238E27FC236}">
                <a16:creationId xmlns:a16="http://schemas.microsoft.com/office/drawing/2014/main" id="{53D01061-EB55-4BDA-9715-6B258A79D235}"/>
              </a:ext>
            </a:extLst>
          </p:cNvPr>
          <p:cNvSpPr/>
          <p:nvPr userDrawn="1"/>
        </p:nvSpPr>
        <p:spPr>
          <a:xfrm>
            <a:off x="0" y="28803600"/>
            <a:ext cx="43891200" cy="41148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dirty="0"/>
          </a:p>
        </p:txBody>
      </p:sp>
      <p:sp>
        <p:nvSpPr>
          <p:cNvPr id="11" name="Instructions">
            <a:extLst>
              <a:ext uri="{FF2B5EF4-FFF2-40B4-BE49-F238E27FC236}">
                <a16:creationId xmlns:a16="http://schemas.microsoft.com/office/drawing/2014/main" id="{2635A212-2F14-4E54-B188-2E68FF297809}"/>
              </a:ext>
            </a:extLst>
          </p:cNvPr>
          <p:cNvSpPr/>
          <p:nvPr userDrawn="1"/>
        </p:nvSpPr>
        <p:spPr>
          <a:xfrm>
            <a:off x="-10515600" y="0"/>
            <a:ext cx="9601200" cy="32918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71421" tIns="171421" rIns="171421" bIns="171421"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800"/>
              </a:spcAft>
            </a:pPr>
            <a:r>
              <a:rPr lang="en-US" sz="7200" dirty="0">
                <a:solidFill>
                  <a:srgbClr val="7F7F7F"/>
                </a:solidFill>
                <a:latin typeface="Calibri" pitchFamily="34" charset="0"/>
                <a:cs typeface="Calibri" panose="020F0502020204030204" pitchFamily="34" charset="0"/>
              </a:rPr>
              <a:t>Poster Print Size:</a:t>
            </a:r>
            <a:endParaRPr sz="7200" dirty="0">
              <a:solidFill>
                <a:srgbClr val="7F7F7F"/>
              </a:solidFill>
              <a:latin typeface="Calibri" pitchFamily="34" charset="0"/>
              <a:cs typeface="Calibri" panose="020F0502020204030204" pitchFamily="34" charset="0"/>
            </a:endParaRPr>
          </a:p>
          <a:p>
            <a:pPr lvl="0">
              <a:spcBef>
                <a:spcPts val="0"/>
              </a:spcBef>
              <a:spcAft>
                <a:spcPts val="1800"/>
              </a:spcAft>
            </a:pPr>
            <a:r>
              <a:rPr lang="en-US" sz="4900" dirty="0">
                <a:solidFill>
                  <a:srgbClr val="7F7F7F"/>
                </a:solidFill>
                <a:latin typeface="Calibri" pitchFamily="34" charset="0"/>
                <a:cs typeface="Calibri" panose="020F0502020204030204" pitchFamily="34" charset="0"/>
              </a:rPr>
              <a:t>This poster template is 36” high by 48” wide. It can be used to print any poster with a 3:4 aspect ratio.</a:t>
            </a:r>
          </a:p>
          <a:p>
            <a:pPr lvl="0">
              <a:spcBef>
                <a:spcPts val="0"/>
              </a:spcBef>
              <a:spcAft>
                <a:spcPts val="1800"/>
              </a:spcAft>
            </a:pPr>
            <a:r>
              <a:rPr lang="en-US" sz="7200" dirty="0">
                <a:solidFill>
                  <a:srgbClr val="7F7F7F"/>
                </a:solidFill>
                <a:latin typeface="Calibri" pitchFamily="34" charset="0"/>
                <a:cs typeface="Calibri" panose="020F0502020204030204" pitchFamily="34" charset="0"/>
              </a:rPr>
              <a:t>Placeholders</a:t>
            </a:r>
            <a:r>
              <a:rPr sz="7200" dirty="0">
                <a:solidFill>
                  <a:srgbClr val="7F7F7F"/>
                </a:solidFill>
                <a:latin typeface="Calibri" pitchFamily="34" charset="0"/>
                <a:cs typeface="Calibri" panose="020F0502020204030204" pitchFamily="34" charset="0"/>
              </a:rPr>
              <a:t>:</a:t>
            </a:r>
          </a:p>
          <a:p>
            <a:pPr lvl="0">
              <a:spcBef>
                <a:spcPts val="0"/>
              </a:spcBef>
              <a:spcAft>
                <a:spcPts val="1800"/>
              </a:spcAft>
            </a:pPr>
            <a:r>
              <a:rPr sz="4900" dirty="0">
                <a:solidFill>
                  <a:srgbClr val="7F7F7F"/>
                </a:solidFill>
                <a:latin typeface="Calibri" pitchFamily="34" charset="0"/>
                <a:cs typeface="Calibri" panose="020F0502020204030204" pitchFamily="34" charset="0"/>
              </a:rPr>
              <a:t>The </a:t>
            </a:r>
            <a:r>
              <a:rPr lang="en-US" sz="4900" dirty="0">
                <a:solidFill>
                  <a:srgbClr val="7F7F7F"/>
                </a:solidFill>
                <a:latin typeface="Calibri" pitchFamily="34" charset="0"/>
                <a:cs typeface="Calibri" panose="020F0502020204030204" pitchFamily="34" charset="0"/>
              </a:rPr>
              <a:t>various elements included</a:t>
            </a:r>
            <a:r>
              <a:rPr sz="4900" dirty="0">
                <a:solidFill>
                  <a:srgbClr val="7F7F7F"/>
                </a:solidFill>
                <a:latin typeface="Calibri" pitchFamily="34" charset="0"/>
                <a:cs typeface="Calibri" panose="020F0502020204030204" pitchFamily="34" charset="0"/>
              </a:rPr>
              <a:t> in this </a:t>
            </a:r>
            <a:r>
              <a:rPr lang="en-US" sz="4900" dirty="0">
                <a:solidFill>
                  <a:srgbClr val="7F7F7F"/>
                </a:solidFill>
                <a:latin typeface="Calibri" pitchFamily="34" charset="0"/>
                <a:cs typeface="Calibri" panose="020F0502020204030204" pitchFamily="34" charset="0"/>
              </a:rPr>
              <a:t>poster are ones</a:t>
            </a:r>
            <a:r>
              <a:rPr lang="en-US" sz="4900" baseline="0" dirty="0">
                <a:solidFill>
                  <a:srgbClr val="7F7F7F"/>
                </a:solidFill>
                <a:latin typeface="Calibri" pitchFamily="34" charset="0"/>
                <a:cs typeface="Calibri" panose="020F0502020204030204" pitchFamily="34" charset="0"/>
              </a:rPr>
              <a:t> we often see in medical, research, and scientific posters.</a:t>
            </a:r>
            <a:r>
              <a:rPr sz="4900" dirty="0">
                <a:solidFill>
                  <a:srgbClr val="7F7F7F"/>
                </a:solidFill>
                <a:latin typeface="Calibri" pitchFamily="34" charset="0"/>
                <a:cs typeface="Calibri" panose="020F0502020204030204" pitchFamily="34" charset="0"/>
              </a:rPr>
              <a:t> </a:t>
            </a:r>
            <a:r>
              <a:rPr lang="en-US" sz="4900" dirty="0">
                <a:solidFill>
                  <a:srgbClr val="7F7F7F"/>
                </a:solidFill>
                <a:latin typeface="Calibri" pitchFamily="34" charset="0"/>
                <a:cs typeface="Calibri" panose="020F0502020204030204" pitchFamily="34" charset="0"/>
              </a:rPr>
              <a:t>Feel</a:t>
            </a:r>
            <a:r>
              <a:rPr lang="en-US" sz="49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1800"/>
              </a:spcAft>
            </a:pPr>
            <a:r>
              <a:rPr lang="en-US" sz="7200" dirty="0">
                <a:solidFill>
                  <a:srgbClr val="7F7F7F"/>
                </a:solidFill>
                <a:latin typeface="Calibri" pitchFamily="34" charset="0"/>
                <a:cs typeface="Calibri" panose="020F0502020204030204" pitchFamily="34" charset="0"/>
              </a:rPr>
              <a:t>Image</a:t>
            </a:r>
            <a:r>
              <a:rPr lang="en-US" sz="7200" baseline="0" dirty="0">
                <a:solidFill>
                  <a:srgbClr val="7F7F7F"/>
                </a:solidFill>
                <a:latin typeface="Calibri" pitchFamily="34" charset="0"/>
                <a:cs typeface="Calibri" panose="020F0502020204030204" pitchFamily="34" charset="0"/>
              </a:rPr>
              <a:t> Quality</a:t>
            </a:r>
            <a:r>
              <a:rPr lang="en-US" sz="7200" dirty="0">
                <a:solidFill>
                  <a:srgbClr val="7F7F7F"/>
                </a:solidFill>
                <a:latin typeface="Calibri" pitchFamily="34" charset="0"/>
                <a:cs typeface="Calibri" panose="020F0502020204030204" pitchFamily="34" charset="0"/>
              </a:rPr>
              <a:t>:</a:t>
            </a:r>
          </a:p>
          <a:p>
            <a:pPr lvl="0">
              <a:spcBef>
                <a:spcPts val="0"/>
              </a:spcBef>
              <a:spcAft>
                <a:spcPts val="1800"/>
              </a:spcAft>
            </a:pPr>
            <a:r>
              <a:rPr lang="en-US" sz="4900" dirty="0">
                <a:solidFill>
                  <a:srgbClr val="7F7F7F"/>
                </a:solidFill>
                <a:latin typeface="Calibri" pitchFamily="34" charset="0"/>
                <a:cs typeface="Calibri" panose="020F0502020204030204" pitchFamily="34" charset="0"/>
              </a:rPr>
              <a:t>You can place digital photos or logo art in your poster file by selecting the </a:t>
            </a:r>
            <a:r>
              <a:rPr lang="en-US" sz="4900" b="1" dirty="0">
                <a:solidFill>
                  <a:srgbClr val="7F7F7F"/>
                </a:solidFill>
                <a:latin typeface="Calibri" pitchFamily="34" charset="0"/>
                <a:cs typeface="Calibri" panose="020F0502020204030204" pitchFamily="34" charset="0"/>
              </a:rPr>
              <a:t>Insert, Picture</a:t>
            </a:r>
            <a:r>
              <a:rPr lang="en-US" sz="49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4900" b="1" dirty="0">
                <a:solidFill>
                  <a:srgbClr val="7F7F7F"/>
                </a:solidFill>
                <a:latin typeface="Calibri" pitchFamily="34" charset="0"/>
                <a:cs typeface="Calibri" panose="020F0502020204030204" pitchFamily="34" charset="0"/>
              </a:rPr>
              <a:t>150-200 pixels per inch in their final printed size</a:t>
            </a:r>
            <a:r>
              <a:rPr lang="en-US" sz="4900" dirty="0">
                <a:solidFill>
                  <a:srgbClr val="7F7F7F"/>
                </a:solidFill>
                <a:latin typeface="Calibri" pitchFamily="34" charset="0"/>
                <a:cs typeface="Calibri" panose="020F0502020204030204" pitchFamily="34" charset="0"/>
              </a:rPr>
              <a:t>. For instance, a 1600 x 1200 pixel</a:t>
            </a:r>
            <a:r>
              <a:rPr lang="en-US" sz="4900" baseline="0" dirty="0">
                <a:solidFill>
                  <a:srgbClr val="7F7F7F"/>
                </a:solidFill>
                <a:latin typeface="Calibri" pitchFamily="34" charset="0"/>
                <a:cs typeface="Calibri" panose="020F0502020204030204" pitchFamily="34" charset="0"/>
              </a:rPr>
              <a:t> photo will usually look fine up to </a:t>
            </a:r>
            <a:r>
              <a:rPr lang="en-US" sz="4900" dirty="0">
                <a:solidFill>
                  <a:srgbClr val="7F7F7F"/>
                </a:solidFill>
                <a:latin typeface="Calibri" pitchFamily="34" charset="0"/>
                <a:cs typeface="Calibri" panose="020F0502020204030204" pitchFamily="34" charset="0"/>
              </a:rPr>
              <a:t>8“-10” wide on your printed poster.</a:t>
            </a:r>
          </a:p>
          <a:p>
            <a:pPr lvl="0">
              <a:spcBef>
                <a:spcPts val="0"/>
              </a:spcBef>
              <a:spcAft>
                <a:spcPts val="1800"/>
              </a:spcAft>
            </a:pPr>
            <a:r>
              <a:rPr lang="en-US" sz="49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1800"/>
              </a:spcAft>
            </a:pPr>
            <a:r>
              <a:rPr lang="en-US" sz="49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1800"/>
              </a:spcAft>
            </a:pPr>
            <a:br>
              <a:rPr lang="en-US" sz="3600" dirty="0">
                <a:solidFill>
                  <a:srgbClr val="7F7F7F"/>
                </a:solidFill>
                <a:latin typeface="Calibri" pitchFamily="34" charset="0"/>
                <a:cs typeface="Calibri" panose="020F0502020204030204" pitchFamily="34" charset="0"/>
              </a:rPr>
            </a:br>
            <a:r>
              <a:rPr lang="en-US" sz="3600" dirty="0">
                <a:solidFill>
                  <a:srgbClr val="7F7F7F"/>
                </a:solidFill>
                <a:latin typeface="Calibri" pitchFamily="34" charset="0"/>
                <a:cs typeface="Calibri" panose="020F0502020204030204" pitchFamily="34" charset="0"/>
              </a:rPr>
              <a:t>[This sidebar area does not print.]</a:t>
            </a:r>
          </a:p>
        </p:txBody>
      </p:sp>
      <p:grpSp>
        <p:nvGrpSpPr>
          <p:cNvPr id="12" name="Group 11">
            <a:extLst>
              <a:ext uri="{FF2B5EF4-FFF2-40B4-BE49-F238E27FC236}">
                <a16:creationId xmlns:a16="http://schemas.microsoft.com/office/drawing/2014/main" id="{8C03A960-1683-409E-A55D-F51A19859FC5}"/>
              </a:ext>
            </a:extLst>
          </p:cNvPr>
          <p:cNvGrpSpPr/>
          <p:nvPr userDrawn="1"/>
        </p:nvGrpSpPr>
        <p:grpSpPr>
          <a:xfrm>
            <a:off x="44805600" y="0"/>
            <a:ext cx="9601200" cy="32918400"/>
            <a:chOff x="33832800" y="0"/>
            <a:chExt cx="12801600" cy="43891200"/>
          </a:xfrm>
        </p:grpSpPr>
        <p:sp>
          <p:nvSpPr>
            <p:cNvPr id="13" name="Instructions">
              <a:extLst>
                <a:ext uri="{FF2B5EF4-FFF2-40B4-BE49-F238E27FC236}">
                  <a16:creationId xmlns:a16="http://schemas.microsoft.com/office/drawing/2014/main" id="{AB929665-0AA8-4244-A1ED-F55D3543CCB6}"/>
                </a:ext>
              </a:extLst>
            </p:cNvPr>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800"/>
                </a:spcAft>
              </a:pPr>
              <a:r>
                <a:rPr lang="en-US" sz="7200" dirty="0">
                  <a:solidFill>
                    <a:schemeClr val="bg1">
                      <a:lumMod val="50000"/>
                    </a:schemeClr>
                  </a:solidFill>
                  <a:latin typeface="Calibri" pitchFamily="34" charset="0"/>
                  <a:cs typeface="Calibri" panose="020F0502020204030204" pitchFamily="34" charset="0"/>
                </a:rPr>
                <a:t>Change</a:t>
              </a:r>
              <a:r>
                <a:rPr lang="en-US" sz="7200" baseline="0" dirty="0">
                  <a:solidFill>
                    <a:schemeClr val="bg1">
                      <a:lumMod val="50000"/>
                    </a:schemeClr>
                  </a:solidFill>
                  <a:latin typeface="Calibri" pitchFamily="34" charset="0"/>
                  <a:cs typeface="Calibri" panose="020F0502020204030204" pitchFamily="34" charset="0"/>
                </a:rPr>
                <a:t> Color Theme</a:t>
              </a:r>
              <a:r>
                <a:rPr lang="en-US" sz="7200" dirty="0">
                  <a:solidFill>
                    <a:schemeClr val="bg1">
                      <a:lumMod val="50000"/>
                    </a:schemeClr>
                  </a:solidFill>
                  <a:latin typeface="Calibri" pitchFamily="34" charset="0"/>
                  <a:cs typeface="Calibri" panose="020F0502020204030204" pitchFamily="34" charset="0"/>
                </a:rPr>
                <a:t>:</a:t>
              </a:r>
              <a:endParaRPr sz="720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r>
                <a:rPr lang="en-US" sz="49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49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1800"/>
                </a:spcAft>
              </a:pPr>
              <a:r>
                <a:rPr lang="en-US" sz="4900" baseline="0" dirty="0">
                  <a:solidFill>
                    <a:schemeClr val="bg1">
                      <a:lumMod val="50000"/>
                    </a:schemeClr>
                  </a:solidFill>
                  <a:latin typeface="Calibri" pitchFamily="34" charset="0"/>
                  <a:cs typeface="Calibri" panose="020F0502020204030204" pitchFamily="34" charset="0"/>
                </a:rPr>
                <a:t>To change the color theme, select the </a:t>
              </a:r>
              <a:r>
                <a:rPr lang="en-US" sz="4900" b="1" baseline="0" dirty="0">
                  <a:solidFill>
                    <a:schemeClr val="bg1">
                      <a:lumMod val="50000"/>
                    </a:schemeClr>
                  </a:solidFill>
                  <a:latin typeface="Calibri" pitchFamily="34" charset="0"/>
                  <a:cs typeface="Calibri" panose="020F0502020204030204" pitchFamily="34" charset="0"/>
                </a:rPr>
                <a:t>Design</a:t>
              </a:r>
              <a:r>
                <a:rPr lang="en-US" sz="4900" baseline="0" dirty="0">
                  <a:solidFill>
                    <a:schemeClr val="bg1">
                      <a:lumMod val="50000"/>
                    </a:schemeClr>
                  </a:solidFill>
                  <a:latin typeface="Calibri" pitchFamily="34" charset="0"/>
                  <a:cs typeface="Calibri" panose="020F0502020204030204" pitchFamily="34" charset="0"/>
                </a:rPr>
                <a:t> tab, then select the </a:t>
              </a:r>
              <a:r>
                <a:rPr lang="en-US" sz="4900" b="1" baseline="0" dirty="0">
                  <a:solidFill>
                    <a:schemeClr val="bg1">
                      <a:lumMod val="50000"/>
                    </a:schemeClr>
                  </a:solidFill>
                  <a:latin typeface="Calibri" pitchFamily="34" charset="0"/>
                  <a:cs typeface="Calibri" panose="020F0502020204030204" pitchFamily="34" charset="0"/>
                </a:rPr>
                <a:t>Colors</a:t>
              </a:r>
              <a:r>
                <a:rPr lang="en-US" sz="49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r>
                <a:rPr lang="en-US" sz="49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1800"/>
                </a:spcAft>
              </a:pPr>
              <a:r>
                <a:rPr lang="en-US" sz="7200"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1800"/>
                </a:spcAft>
              </a:pPr>
              <a:r>
                <a:rPr lang="en-US" sz="4900" dirty="0">
                  <a:solidFill>
                    <a:schemeClr val="bg1">
                      <a:lumMod val="50000"/>
                    </a:schemeClr>
                  </a:solidFill>
                  <a:latin typeface="Calibri" pitchFamily="34" charset="0"/>
                  <a:cs typeface="Calibri" panose="020F0502020204030204" pitchFamily="34" charset="0"/>
                </a:rPr>
                <a:t>Once your poster file is ready, visit</a:t>
              </a:r>
              <a:r>
                <a:rPr lang="en-US" sz="4900" baseline="0" dirty="0">
                  <a:solidFill>
                    <a:schemeClr val="bg1">
                      <a:lumMod val="50000"/>
                    </a:schemeClr>
                  </a:solidFill>
                  <a:latin typeface="Calibri" pitchFamily="34" charset="0"/>
                  <a:cs typeface="Calibri" panose="020F0502020204030204" pitchFamily="34" charset="0"/>
                </a:rPr>
                <a:t> </a:t>
              </a:r>
              <a:r>
                <a:rPr lang="en-US" sz="4900" b="1" baseline="0" dirty="0">
                  <a:solidFill>
                    <a:schemeClr val="bg1">
                      <a:lumMod val="50000"/>
                    </a:schemeClr>
                  </a:solidFill>
                  <a:latin typeface="Calibri" pitchFamily="34" charset="0"/>
                  <a:cs typeface="Calibri" panose="020F0502020204030204" pitchFamily="34" charset="0"/>
                </a:rPr>
                <a:t>www.genigraphics.com</a:t>
              </a:r>
              <a:r>
                <a:rPr lang="en-US" sz="49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1800"/>
                </a:spcAft>
              </a:pPr>
              <a:r>
                <a:rPr lang="en-US" sz="49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49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4900" baseline="0" dirty="0">
                  <a:solidFill>
                    <a:schemeClr val="bg1">
                      <a:lumMod val="50000"/>
                    </a:schemeClr>
                  </a:solidFill>
                  <a:latin typeface="Calibri" pitchFamily="34" charset="0"/>
                  <a:cs typeface="Calibri" panose="020F0502020204030204" pitchFamily="34" charset="0"/>
                </a:rPr>
                <a:t>US and Canada:  1-800-790-4001</a:t>
              </a:r>
              <a:br>
                <a:rPr lang="en-US" sz="4900" baseline="0" dirty="0">
                  <a:solidFill>
                    <a:schemeClr val="bg1">
                      <a:lumMod val="50000"/>
                    </a:schemeClr>
                  </a:solidFill>
                  <a:latin typeface="Calibri" pitchFamily="34" charset="0"/>
                  <a:cs typeface="Calibri" panose="020F0502020204030204" pitchFamily="34" charset="0"/>
                </a:rPr>
              </a:br>
              <a:r>
                <a:rPr lang="en-US" sz="49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br>
                <a:rPr lang="en-US" sz="3600" dirty="0">
                  <a:solidFill>
                    <a:schemeClr val="bg1">
                      <a:lumMod val="50000"/>
                    </a:schemeClr>
                  </a:solidFill>
                  <a:latin typeface="Calibri" pitchFamily="34" charset="0"/>
                  <a:cs typeface="Calibri" panose="020F0502020204030204" pitchFamily="34" charset="0"/>
                </a:rPr>
              </a:br>
              <a:r>
                <a:rPr lang="en-US" sz="3600" dirty="0">
                  <a:solidFill>
                    <a:schemeClr val="bg1">
                      <a:lumMod val="50000"/>
                    </a:schemeClr>
                  </a:solidFill>
                  <a:latin typeface="Calibri" pitchFamily="34" charset="0"/>
                  <a:cs typeface="Calibri" panose="020F0502020204030204" pitchFamily="34" charset="0"/>
                </a:rPr>
                <a:t>[This sidebar area does not print.]</a:t>
              </a:r>
            </a:p>
          </p:txBody>
        </p:sp>
        <p:pic>
          <p:nvPicPr>
            <p:cNvPr id="14" name="Picture 13">
              <a:extLst>
                <a:ext uri="{FF2B5EF4-FFF2-40B4-BE49-F238E27FC236}">
                  <a16:creationId xmlns:a16="http://schemas.microsoft.com/office/drawing/2014/main" id="{7BC9F82D-95DA-49DA-BE65-A0623C7DA1E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4281342" y="9260274"/>
              <a:ext cx="11904515" cy="10246926"/>
            </a:xfrm>
            <a:prstGeom prst="rect">
              <a:avLst/>
            </a:prstGeom>
          </p:spPr>
        </p:pic>
      </p:grpSp>
      <p:pic>
        <p:nvPicPr>
          <p:cNvPr id="15" name="Picture 14">
            <a:extLst>
              <a:ext uri="{FF2B5EF4-FFF2-40B4-BE49-F238E27FC236}">
                <a16:creationId xmlns:a16="http://schemas.microsoft.com/office/drawing/2014/main" id="{C3E37D2B-E2A9-420A-AA43-8831BDD4649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8404800" y="32613600"/>
            <a:ext cx="5297435" cy="185928"/>
          </a:xfrm>
          <a:prstGeom prst="rect">
            <a:avLst/>
          </a:prstGeom>
        </p:spPr>
      </p:pic>
    </p:spTree>
    <p:extLst>
      <p:ext uri="{BB962C8B-B14F-4D97-AF65-F5344CB8AC3E}">
        <p14:creationId xmlns:p14="http://schemas.microsoft.com/office/powerpoint/2010/main" val="3690493784"/>
      </p:ext>
    </p:extLst>
  </p:cSld>
  <p:clrMap bg1="lt1" tx1="dk1" bg2="lt2" tx2="dk2" accent1="accent1" accent2="accent2" accent3="accent3" accent4="accent4" accent5="accent5" accent6="accent6" hlink="hlink" folHlink="folHlink"/>
  <p:sldLayoutIdLst>
    <p:sldLayoutId id="2147483715" r:id="rId1"/>
  </p:sldLayoutIdLst>
  <p:txStyles>
    <p:titleStyle>
      <a:lvl1pPr algn="l" defTabSz="3291840" rtl="0" eaLnBrk="1" latinLnBrk="0" hangingPunct="1">
        <a:lnSpc>
          <a:spcPct val="90000"/>
        </a:lnSpc>
        <a:spcBef>
          <a:spcPct val="0"/>
        </a:spcBef>
        <a:buNone/>
        <a:defRPr sz="8000" b="0" kern="1200">
          <a:solidFill>
            <a:schemeClr val="tx1"/>
          </a:solidFill>
          <a:latin typeface="Calibri" panose="020F0502020204030204" pitchFamily="34" charset="0"/>
          <a:ea typeface="+mj-ea"/>
          <a:cs typeface="Calibri" panose="020F0502020204030204" pitchFamily="34" charset="0"/>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800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660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54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480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480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A9FEE40-5597-4745-B3D2-E812EEFFCB4E}"/>
              </a:ext>
            </a:extLst>
          </p:cNvPr>
          <p:cNvSpPr/>
          <p:nvPr/>
        </p:nvSpPr>
        <p:spPr>
          <a:xfrm>
            <a:off x="762000" y="28513052"/>
            <a:ext cx="42367200" cy="40035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Box 122"/>
          <p:cNvSpPr txBox="1">
            <a:spLocks noChangeArrowheads="1"/>
          </p:cNvSpPr>
          <p:nvPr/>
        </p:nvSpPr>
        <p:spPr bwMode="auto">
          <a:xfrm>
            <a:off x="8229600" y="123237"/>
            <a:ext cx="27432000" cy="2908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37" tIns="342842" rIns="137137" bIns="342842" anchor="ctr" anchorCtr="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7200" b="1" dirty="0">
                <a:solidFill>
                  <a:schemeClr val="bg1"/>
                </a:solidFill>
                <a:latin typeface="+mn-lt"/>
              </a:rPr>
              <a:t>Market Reactions to Corporate Carbon Neutral Pledges: A Staggered Difference-in-Differences Approach with Heterogeneity Analysis</a:t>
            </a:r>
          </a:p>
        </p:txBody>
      </p:sp>
      <p:sp>
        <p:nvSpPr>
          <p:cNvPr id="15" name="Text Box 194"/>
          <p:cNvSpPr txBox="1">
            <a:spLocks noChangeArrowheads="1"/>
          </p:cNvSpPr>
          <p:nvPr/>
        </p:nvSpPr>
        <p:spPr bwMode="auto">
          <a:xfrm>
            <a:off x="15149736" y="11862321"/>
            <a:ext cx="13176888" cy="13203568"/>
          </a:xfrm>
          <a:prstGeom prst="rect">
            <a:avLst/>
          </a:prstGeom>
          <a:solidFill>
            <a:schemeClr val="bg1"/>
          </a:solidFill>
          <a:ln w="12700">
            <a:solidFill>
              <a:schemeClr val="accent1">
                <a:lumMod val="75000"/>
              </a:schemeClr>
            </a:solid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indent="457200" eaLnBrk="1" hangingPunct="1"/>
            <a:r>
              <a:rPr lang="en-US" sz="3800" dirty="0">
                <a:latin typeface="Calibri" pitchFamily="34" charset="0"/>
              </a:rPr>
              <a:t>Figure 1 and Table 1 shows that companies’ stock prices that make carbon pledges dramatically drop from in their first year and steadily recover over the following years. </a:t>
            </a:r>
          </a:p>
          <a:p>
            <a:pPr eaLnBrk="1" hangingPunct="1"/>
            <a:endParaRPr lang="en-US" sz="4000" dirty="0">
              <a:latin typeface="Calibri" pitchFamily="34" charset="0"/>
            </a:endParaRPr>
          </a:p>
          <a:p>
            <a:pPr eaLnBrk="1" hangingPunct="1"/>
            <a:endParaRPr lang="en-US" sz="4000" dirty="0">
              <a:latin typeface="Calibri" pitchFamily="34" charset="0"/>
            </a:endParaRPr>
          </a:p>
          <a:p>
            <a:pPr eaLnBrk="1" hangingPunct="1"/>
            <a:endParaRPr lang="en-US" sz="4000" dirty="0">
              <a:latin typeface="Calibri" pitchFamily="34" charset="0"/>
            </a:endParaRPr>
          </a:p>
          <a:p>
            <a:pPr eaLnBrk="1" hangingPunct="1"/>
            <a:endParaRPr lang="en-US" sz="4000" dirty="0">
              <a:latin typeface="Calibri" pitchFamily="34" charset="0"/>
            </a:endParaRPr>
          </a:p>
          <a:p>
            <a:pPr eaLnBrk="1" hangingPunct="1"/>
            <a:endParaRPr lang="en-US" sz="4000" dirty="0">
              <a:latin typeface="Calibri" pitchFamily="34" charset="0"/>
            </a:endParaRPr>
          </a:p>
          <a:p>
            <a:pPr eaLnBrk="1" hangingPunct="1"/>
            <a:endParaRPr lang="en-US" sz="4000" dirty="0">
              <a:latin typeface="Calibri" pitchFamily="34" charset="0"/>
            </a:endParaRPr>
          </a:p>
          <a:p>
            <a:pPr eaLnBrk="1" hangingPunct="1"/>
            <a:endParaRPr lang="en-US" sz="4000" dirty="0">
              <a:latin typeface="Calibri" pitchFamily="34" charset="0"/>
            </a:endParaRPr>
          </a:p>
          <a:p>
            <a:pPr eaLnBrk="1" hangingPunct="1"/>
            <a:endParaRPr lang="en-US" sz="4000" dirty="0">
              <a:latin typeface="Calibri" pitchFamily="34" charset="0"/>
            </a:endParaRPr>
          </a:p>
          <a:p>
            <a:pPr eaLnBrk="1" hangingPunct="1"/>
            <a:endParaRPr lang="en-US" sz="4000" dirty="0">
              <a:latin typeface="Calibri" pitchFamily="34" charset="0"/>
            </a:endParaRPr>
          </a:p>
          <a:p>
            <a:pPr eaLnBrk="1" hangingPunct="1"/>
            <a:endParaRPr lang="en-US" sz="4000" dirty="0">
              <a:latin typeface="Calibri" pitchFamily="34" charset="0"/>
            </a:endParaRPr>
          </a:p>
          <a:p>
            <a:pPr eaLnBrk="1" hangingPunct="1"/>
            <a:endParaRPr lang="en-US" sz="4000" dirty="0">
              <a:latin typeface="Calibri" pitchFamily="34" charset="0"/>
            </a:endParaRPr>
          </a:p>
          <a:p>
            <a:pPr eaLnBrk="1" hangingPunct="1"/>
            <a:endParaRPr lang="en-US" sz="4000" dirty="0">
              <a:latin typeface="Calibri" pitchFamily="34" charset="0"/>
            </a:endParaRPr>
          </a:p>
          <a:p>
            <a:pPr eaLnBrk="1" hangingPunct="1"/>
            <a:endParaRPr lang="en-US" sz="4000" dirty="0">
              <a:latin typeface="Calibri" pitchFamily="34" charset="0"/>
            </a:endParaRPr>
          </a:p>
          <a:p>
            <a:pPr eaLnBrk="1" hangingPunct="1"/>
            <a:endParaRPr lang="en-US" sz="4000" dirty="0">
              <a:latin typeface="Calibri" pitchFamily="34" charset="0"/>
            </a:endParaRPr>
          </a:p>
          <a:p>
            <a:pPr eaLnBrk="1" hangingPunct="1"/>
            <a:endParaRPr lang="en-US" sz="4000" dirty="0">
              <a:latin typeface="Calibri" pitchFamily="34" charset="0"/>
            </a:endParaRPr>
          </a:p>
          <a:p>
            <a:pPr eaLnBrk="1" hangingPunct="1"/>
            <a:endParaRPr lang="en-US" sz="4000" dirty="0">
              <a:latin typeface="Calibri" pitchFamily="34" charset="0"/>
            </a:endParaRPr>
          </a:p>
          <a:p>
            <a:pPr eaLnBrk="1" hangingPunct="1"/>
            <a:endParaRPr lang="en-US" sz="4000" dirty="0">
              <a:latin typeface="Calibri" pitchFamily="34" charset="0"/>
            </a:endParaRPr>
          </a:p>
          <a:p>
            <a:pPr eaLnBrk="1" hangingPunct="1"/>
            <a:endParaRPr lang="en-US" sz="4000" dirty="0">
              <a:latin typeface="Calibri" pitchFamily="34" charset="0"/>
            </a:endParaRPr>
          </a:p>
        </p:txBody>
      </p:sp>
      <p:sp>
        <p:nvSpPr>
          <p:cNvPr id="12" name="Text Box 191"/>
          <p:cNvSpPr txBox="1">
            <a:spLocks noChangeArrowheads="1"/>
          </p:cNvSpPr>
          <p:nvPr/>
        </p:nvSpPr>
        <p:spPr bwMode="auto">
          <a:xfrm>
            <a:off x="15149736" y="26224609"/>
            <a:ext cx="13167361" cy="5539932"/>
          </a:xfrm>
          <a:prstGeom prst="rect">
            <a:avLst/>
          </a:prstGeom>
          <a:solidFill>
            <a:schemeClr val="bg1"/>
          </a:solidFill>
          <a:ln w="12700">
            <a:solidFill>
              <a:schemeClr val="accent1">
                <a:lumMod val="75000"/>
              </a:schemeClr>
            </a:solid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indent="457200" eaLnBrk="1" hangingPunct="1"/>
            <a:r>
              <a:rPr lang="en-US" sz="3800" dirty="0">
                <a:latin typeface="+mn-lt"/>
              </a:rPr>
              <a:t>While I initially hypothesized that carbon-neutral announcements would boost share prices, the data suggests concerns over financial efficiency leads to price drops. Figures 2 and 3 show that investors respond negatively to vague commitments like “Not Specified” and “No Interim Targets.” Figure 4 reveals that the farther the target completion date, the less negative the market reaction. These results indicate that market reactions reflect investor concerns about potential disruptions from process overhauls.</a:t>
            </a:r>
          </a:p>
        </p:txBody>
      </p:sp>
      <p:sp>
        <p:nvSpPr>
          <p:cNvPr id="14" name="Text Box 193"/>
          <p:cNvSpPr txBox="1">
            <a:spLocks noChangeArrowheads="1"/>
          </p:cNvSpPr>
          <p:nvPr/>
        </p:nvSpPr>
        <p:spPr bwMode="auto">
          <a:xfrm>
            <a:off x="28939435" y="25046839"/>
            <a:ext cx="13178246" cy="5083396"/>
          </a:xfrm>
          <a:prstGeom prst="rect">
            <a:avLst/>
          </a:prstGeom>
          <a:solidFill>
            <a:schemeClr val="bg1"/>
          </a:solidFill>
          <a:ln w="12700">
            <a:solidFill>
              <a:schemeClr val="accent1">
                <a:lumMod val="75000"/>
              </a:schemeClr>
            </a:solid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indent="457200" eaLnBrk="1" hangingPunct="1">
              <a:spcAft>
                <a:spcPts val="1000"/>
              </a:spcAft>
            </a:pPr>
            <a:r>
              <a:rPr lang="en-US" sz="3800" dirty="0">
                <a:latin typeface="Calibri" pitchFamily="34" charset="0"/>
              </a:rPr>
              <a:t>For future work, I would like to expand the sample size and use a matching setup to create the strongest counterfactual comparison as possible. I would also like to expand my analysis to media attention (news articles) and reputation effects with the larger sample size. </a:t>
            </a:r>
          </a:p>
          <a:p>
            <a:pPr indent="457200" eaLnBrk="1" hangingPunct="1">
              <a:spcAft>
                <a:spcPts val="1000"/>
              </a:spcAft>
            </a:pPr>
            <a:r>
              <a:rPr lang="en-US" sz="3800" dirty="0">
                <a:latin typeface="Calibri" pitchFamily="34" charset="0"/>
              </a:rPr>
              <a:t>I would like to acknowledge the continued help of my thesis advisor, Professor Coombs, and the rest of my Economics Seminar in providing feedback and guidance throughout this process. </a:t>
            </a:r>
          </a:p>
        </p:txBody>
      </p:sp>
      <p:sp>
        <p:nvSpPr>
          <p:cNvPr id="11" name="Text Box 190"/>
          <p:cNvSpPr txBox="1">
            <a:spLocks noChangeArrowheads="1"/>
          </p:cNvSpPr>
          <p:nvPr/>
        </p:nvSpPr>
        <p:spPr bwMode="auto">
          <a:xfrm>
            <a:off x="1539240" y="5404150"/>
            <a:ext cx="13167360" cy="10905503"/>
          </a:xfrm>
          <a:prstGeom prst="rect">
            <a:avLst/>
          </a:prstGeom>
          <a:solidFill>
            <a:schemeClr val="bg1"/>
          </a:solidFill>
          <a:ln w="12700">
            <a:solidFill>
              <a:schemeClr val="accent1">
                <a:lumMod val="75000"/>
              </a:schemeClr>
            </a:solid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indent="91440">
              <a:spcAft>
                <a:spcPts val="800"/>
              </a:spcAft>
            </a:pPr>
            <a:r>
              <a:rPr lang="en-US" sz="3800" b="1" dirty="0">
                <a:latin typeface="+mn-lt"/>
              </a:rPr>
              <a:t>Modern Company Goals: </a:t>
            </a:r>
          </a:p>
          <a:p>
            <a:pPr marL="571500" indent="91440">
              <a:spcAft>
                <a:spcPts val="800"/>
              </a:spcAft>
              <a:buFont typeface="Arial" panose="020B0604020202020204" pitchFamily="34" charset="0"/>
              <a:buChar char="•"/>
            </a:pPr>
            <a:r>
              <a:rPr lang="en-US" sz="3800" dirty="0">
                <a:latin typeface="+mn-lt"/>
              </a:rPr>
              <a:t> Consumer decisions often go beyond the product itself, as company identity has become increasingly tied to the goods and services they offer.</a:t>
            </a:r>
          </a:p>
          <a:p>
            <a:pPr marL="571500" indent="91440">
              <a:spcAft>
                <a:spcPts val="800"/>
              </a:spcAft>
              <a:buFont typeface="Arial" panose="020B0604020202020204" pitchFamily="34" charset="0"/>
              <a:buChar char="•"/>
            </a:pPr>
            <a:r>
              <a:rPr lang="en-US" sz="3800" dirty="0">
                <a:latin typeface="+mn-lt"/>
              </a:rPr>
              <a:t> Sustainability has become a key factor in companies earning or losing social credit. </a:t>
            </a:r>
          </a:p>
          <a:p>
            <a:pPr indent="91440">
              <a:spcAft>
                <a:spcPts val="800"/>
              </a:spcAft>
            </a:pPr>
            <a:r>
              <a:rPr lang="en-US" sz="3600" b="1" dirty="0">
                <a:latin typeface="+mn-lt"/>
              </a:rPr>
              <a:t>The Climate Commitment Landscape:</a:t>
            </a:r>
          </a:p>
          <a:p>
            <a:pPr marL="571500" indent="91440">
              <a:spcAft>
                <a:spcPts val="800"/>
              </a:spcAft>
              <a:buFont typeface="Arial" panose="020B0604020202020204" pitchFamily="34" charset="0"/>
              <a:buChar char="•"/>
            </a:pPr>
            <a:r>
              <a:rPr lang="en-US" sz="3600" dirty="0">
                <a:latin typeface="+mn-lt"/>
              </a:rPr>
              <a:t> In 2015, the Paris Agreement called for:</a:t>
            </a:r>
          </a:p>
          <a:p>
            <a:pPr marL="1314450" lvl="1" indent="91440">
              <a:spcAft>
                <a:spcPts val="800"/>
              </a:spcAft>
              <a:buFont typeface="Arial" panose="020B0604020202020204" pitchFamily="34" charset="0"/>
              <a:buChar char="•"/>
            </a:pPr>
            <a:r>
              <a:rPr lang="en-US" sz="3600" dirty="0">
                <a:latin typeface="+mn-lt"/>
              </a:rPr>
              <a:t> A global effort to limit warming to 1.5–2°C above pre-industrial levels.</a:t>
            </a:r>
          </a:p>
          <a:p>
            <a:pPr marL="1314450" lvl="1" indent="91440">
              <a:spcAft>
                <a:spcPts val="800"/>
              </a:spcAft>
              <a:buFont typeface="Arial" panose="020B0604020202020204" pitchFamily="34" charset="0"/>
              <a:buChar char="•"/>
            </a:pPr>
            <a:r>
              <a:rPr lang="en-US" sz="3600" dirty="0">
                <a:latin typeface="+mn-lt"/>
              </a:rPr>
              <a:t> Rapid reductions in greenhouse gas emissions.</a:t>
            </a:r>
          </a:p>
          <a:p>
            <a:pPr marL="571500" indent="91440">
              <a:spcAft>
                <a:spcPts val="800"/>
              </a:spcAft>
              <a:buFont typeface="Arial" panose="020B0604020202020204" pitchFamily="34" charset="0"/>
              <a:buChar char="•"/>
            </a:pPr>
            <a:r>
              <a:rPr lang="en-US" sz="3600" dirty="0">
                <a:latin typeface="+mn-lt"/>
              </a:rPr>
              <a:t> In response, many companies have pledged to reach carbon neutrality, often with target dates and varying levels of detail.</a:t>
            </a:r>
          </a:p>
          <a:p>
            <a:pPr indent="91440">
              <a:spcAft>
                <a:spcPts val="800"/>
              </a:spcAft>
            </a:pPr>
            <a:r>
              <a:rPr lang="en-US" sz="3600" b="1" dirty="0">
                <a:latin typeface="+mn-lt"/>
              </a:rPr>
              <a:t>What This Study Explores:</a:t>
            </a:r>
          </a:p>
          <a:p>
            <a:pPr marL="571500" indent="91440">
              <a:spcAft>
                <a:spcPts val="800"/>
              </a:spcAft>
              <a:buFont typeface="Arial" panose="020B0604020202020204" pitchFamily="34" charset="0"/>
              <a:buChar char="•"/>
            </a:pPr>
            <a:r>
              <a:rPr lang="en-US" sz="3600" b="1" dirty="0">
                <a:latin typeface="+mn-lt"/>
              </a:rPr>
              <a:t> How does the stock market react to carbon-neutral pledges?</a:t>
            </a:r>
          </a:p>
          <a:p>
            <a:pPr marL="571500" indent="91440">
              <a:spcAft>
                <a:spcPts val="800"/>
              </a:spcAft>
              <a:buFont typeface="Arial" panose="020B0604020202020204" pitchFamily="34" charset="0"/>
              <a:buChar char="•"/>
            </a:pPr>
            <a:r>
              <a:rPr lang="en-US" sz="3600" dirty="0">
                <a:latin typeface="+mn-lt"/>
              </a:rPr>
              <a:t> Do different types of pledges—like those with clear goals or more urgency to complete—affect market valuation differently?</a:t>
            </a:r>
          </a:p>
        </p:txBody>
      </p:sp>
      <p:pic>
        <p:nvPicPr>
          <p:cNvPr id="38" name="Picture 2">
            <a:extLst>
              <a:ext uri="{FF2B5EF4-FFF2-40B4-BE49-F238E27FC236}">
                <a16:creationId xmlns:a16="http://schemas.microsoft.com/office/drawing/2014/main" id="{5F140EFD-FDCA-4754-8BD4-09784A38D0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1447" y="714062"/>
            <a:ext cx="2536525" cy="2908372"/>
          </a:xfrm>
          <a:prstGeom prst="rect">
            <a:avLst/>
          </a:prstGeom>
          <a:noFill/>
          <a:extLst>
            <a:ext uri="{909E8E84-426E-40DD-AFC4-6F175D3DCCD1}">
              <a14:hiddenFill xmlns:a14="http://schemas.microsoft.com/office/drawing/2010/main">
                <a:solidFill>
                  <a:srgbClr val="FFFFFF"/>
                </a:solidFill>
              </a14:hiddenFill>
            </a:ext>
          </a:extLst>
        </p:spPr>
      </p:pic>
      <p:sp>
        <p:nvSpPr>
          <p:cNvPr id="40" name="Rectangle 39">
            <a:extLst>
              <a:ext uri="{FF2B5EF4-FFF2-40B4-BE49-F238E27FC236}">
                <a16:creationId xmlns:a16="http://schemas.microsoft.com/office/drawing/2014/main" id="{68DA4928-B1CB-4533-B0BC-7281A0174497}"/>
              </a:ext>
            </a:extLst>
          </p:cNvPr>
          <p:cNvSpPr/>
          <p:nvPr/>
        </p:nvSpPr>
        <p:spPr>
          <a:xfrm>
            <a:off x="15160074" y="4589674"/>
            <a:ext cx="13167360" cy="8000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Methods</a:t>
            </a:r>
          </a:p>
        </p:txBody>
      </p:sp>
      <mc:AlternateContent xmlns:mc="http://schemas.openxmlformats.org/markup-compatibility/2006">
        <mc:Choice xmlns:a14="http://schemas.microsoft.com/office/drawing/2010/main" Requires="a14">
          <p:sp>
            <p:nvSpPr>
              <p:cNvPr id="41" name="Text Box 192">
                <a:extLst>
                  <a:ext uri="{FF2B5EF4-FFF2-40B4-BE49-F238E27FC236}">
                    <a16:creationId xmlns:a16="http://schemas.microsoft.com/office/drawing/2014/main" id="{793A48F6-FD12-4D15-9542-BEB08B2F036E}"/>
                  </a:ext>
                </a:extLst>
              </p:cNvPr>
              <p:cNvSpPr txBox="1">
                <a:spLocks noChangeArrowheads="1"/>
              </p:cNvSpPr>
              <p:nvPr/>
            </p:nvSpPr>
            <p:spPr bwMode="auto">
              <a:xfrm>
                <a:off x="15160070" y="5389694"/>
                <a:ext cx="13167361" cy="5379375"/>
              </a:xfrm>
              <a:prstGeom prst="rect">
                <a:avLst/>
              </a:prstGeom>
              <a:solidFill>
                <a:schemeClr val="bg1"/>
              </a:solidFill>
              <a:ln w="12700">
                <a:solidFill>
                  <a:schemeClr val="accent1">
                    <a:lumMod val="75000"/>
                  </a:schemeClr>
                </a:solid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indent="91440" eaLnBrk="1" hangingPunct="1">
                  <a:spcAft>
                    <a:spcPts val="800"/>
                  </a:spcAft>
                </a:pPr>
                <a:r>
                  <a:rPr lang="en-US" sz="4000" b="1" dirty="0">
                    <a:latin typeface="Calibri" pitchFamily="34" charset="0"/>
                  </a:rPr>
                  <a:t>Regression Equation:</a:t>
                </a:r>
              </a:p>
              <a:p>
                <a:pPr marL="0" marR="0">
                  <a:lnSpc>
                    <a:spcPct val="107000"/>
                  </a:lnSpc>
                  <a:spcBef>
                    <a:spcPts val="0"/>
                  </a:spcBef>
                  <a:spcAft>
                    <a:spcPts val="1800"/>
                  </a:spcAft>
                </a:pPr>
                <a14:m>
                  <m:oMathPara xmlns:m="http://schemas.openxmlformats.org/officeDocument/2006/math">
                    <m:oMathParaPr>
                      <m:jc m:val="centerGroup"/>
                    </m:oMathParaPr>
                    <m:oMath xmlns:m="http://schemas.openxmlformats.org/officeDocument/2006/math">
                      <m:sSub>
                        <m:sSubPr>
                          <m:ctrlPr>
                            <a:rPr lang="en-US" sz="40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𝐴𝑣𝑔𝑆𝑡𝑜𝑐𝑘𝐷𝑎𝑡𝑎</m:t>
                          </m:r>
                        </m:e>
                        <m:sub>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𝑖𝑡</m:t>
                          </m:r>
                        </m:sub>
                      </m:sSub>
                      <m:r>
                        <a:rPr lang="en-US" sz="4000" i="1" smtClea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4000" i="1">
                              <a:effectLst/>
                              <a:latin typeface="Cambria Math" panose="02040503050406030204" pitchFamily="18" charset="0"/>
                              <a:ea typeface="Times New Roman" panose="02020603050405020304" pitchFamily="18" charset="0"/>
                              <a:cs typeface="Times New Roman" panose="02020603050405020304" pitchFamily="18" charset="0"/>
                            </a:rPr>
                          </m:ctrlPr>
                        </m:sSubPr>
                        <m:e>
                          <m:sSub>
                            <m:sSubPr>
                              <m:ctrlPr>
                                <a:rPr lang="en-US" sz="4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𝐵</m:t>
                              </m:r>
                            </m:e>
                            <m:sub>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𝐵</m:t>
                          </m:r>
                        </m:e>
                        <m:sub>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𝑃𝑙𝑒𝑑𝑔𝑒</m:t>
                      </m:r>
                      <m:sSub>
                        <m:sSubPr>
                          <m:ctrlPr>
                            <a:rPr lang="en-US" sz="4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𝑑</m:t>
                          </m:r>
                        </m:e>
                        <m:sub>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𝑃𝑜𝑠</m:t>
                      </m:r>
                      <m:sSub>
                        <m:sSubPr>
                          <m:ctrlPr>
                            <a:rPr lang="en-US" sz="4000" b="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US" sz="4000" b="0" i="1" smtClean="0">
                              <a:effectLst/>
                              <a:latin typeface="Cambria Math" panose="02040503050406030204" pitchFamily="18" charset="0"/>
                              <a:ea typeface="Times New Roman" panose="02020603050405020304" pitchFamily="18" charset="0"/>
                              <a:cs typeface="Times New Roman" panose="02020603050405020304" pitchFamily="18" charset="0"/>
                            </a:rPr>
                            <m:t>𝑡</m:t>
                          </m:r>
                        </m:sub>
                      </m:sSub>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US" sz="4000" i="1" dirty="0">
                  <a:effectLst/>
                  <a:latin typeface="Cambria Math" panose="02040503050406030204" pitchFamily="18"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1800"/>
                  </a:spcAft>
                </a:pPr>
                <a14:m>
                  <m:oMathPara xmlns:m="http://schemas.openxmlformats.org/officeDocument/2006/math">
                    <m:oMathParaPr>
                      <m:jc m:val="centerGroup"/>
                    </m:oMathParaPr>
                    <m:oMath xmlns:m="http://schemas.openxmlformats.org/officeDocument/2006/math">
                      <m:sSub>
                        <m:sSubPr>
                          <m:ctrlPr>
                            <a:rPr lang="en-US" sz="4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𝐵</m:t>
                          </m:r>
                        </m:e>
                        <m:sub>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𝑃𝑙𝑒𝑑𝑔𝑒</m:t>
                      </m:r>
                      <m:sSub>
                        <m:sSubPr>
                          <m:ctrlPr>
                            <a:rPr lang="en-US" sz="4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𝑑</m:t>
                          </m:r>
                        </m:e>
                        <m:sub>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4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𝐵</m:t>
                          </m:r>
                        </m:e>
                        <m:sub>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𝑃𝑜𝑠</m:t>
                      </m:r>
                      <m:sSub>
                        <m:sSubPr>
                          <m:ctrlPr>
                            <a:rPr lang="en-US" sz="4000" b="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US" sz="4000" b="0" i="1" smtClean="0">
                              <a:effectLst/>
                              <a:latin typeface="Cambria Math" panose="02040503050406030204" pitchFamily="18" charset="0"/>
                              <a:ea typeface="Times New Roman" panose="02020603050405020304" pitchFamily="18" charset="0"/>
                              <a:cs typeface="Times New Roman" panose="02020603050405020304" pitchFamily="18" charset="0"/>
                            </a:rPr>
                            <m:t>𝑡</m:t>
                          </m:r>
                        </m:sub>
                      </m:sSub>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US" sz="4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𝑎</m:t>
                          </m:r>
                        </m:e>
                        <m:sub>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4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𝑡</m:t>
                          </m:r>
                        </m:sub>
                      </m:sSub>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4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𝑖𝑡</m:t>
                          </m:r>
                        </m:sub>
                      </m:sSub>
                    </m:oMath>
                  </m:oMathPara>
                </a14:m>
                <a:endParaRPr lang="en-US" sz="40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indent="457200">
                  <a:lnSpc>
                    <a:spcPct val="107000"/>
                  </a:lnSpc>
                  <a:spcBef>
                    <a:spcPts val="0"/>
                  </a:spcBef>
                  <a:spcAft>
                    <a:spcPts val="800"/>
                  </a:spcAft>
                </a:pPr>
                <a:r>
                  <a:rPr lang="en-US" sz="3800" dirty="0">
                    <a:effectLst/>
                    <a:latin typeface="Calibri" panose="020F0502020204030204" pitchFamily="34" charset="0"/>
                    <a:ea typeface="Times New Roman" panose="02020603050405020304" pitchFamily="18" charset="0"/>
                    <a:cs typeface="Times New Roman" panose="02020603050405020304" pitchFamily="18" charset="0"/>
                  </a:rPr>
                  <a:t>I use a </a:t>
                </a:r>
                <a:r>
                  <a:rPr lang="en-US" sz="3800" b="1" dirty="0">
                    <a:latin typeface="Calibri" panose="020F0502020204030204" pitchFamily="34" charset="0"/>
                    <a:ea typeface="Times New Roman" panose="02020603050405020304" pitchFamily="18" charset="0"/>
                    <a:cs typeface="Times New Roman" panose="02020603050405020304" pitchFamily="18" charset="0"/>
                  </a:rPr>
                  <a:t>s</a:t>
                </a:r>
                <a:r>
                  <a:rPr lang="en-US" sz="3800" b="1" dirty="0">
                    <a:effectLst/>
                    <a:latin typeface="Calibri" panose="020F0502020204030204" pitchFamily="34" charset="0"/>
                    <a:ea typeface="Times New Roman" panose="02020603050405020304" pitchFamily="18" charset="0"/>
                    <a:cs typeface="Times New Roman" panose="02020603050405020304" pitchFamily="18" charset="0"/>
                  </a:rPr>
                  <a:t>t</a:t>
                </a:r>
                <a:r>
                  <a:rPr lang="en-US" sz="3800" b="1" dirty="0">
                    <a:latin typeface="Calibri" panose="020F0502020204030204" pitchFamily="34" charset="0"/>
                    <a:ea typeface="Times New Roman" panose="02020603050405020304" pitchFamily="18" charset="0"/>
                    <a:cs typeface="Times New Roman" panose="02020603050405020304" pitchFamily="18" charset="0"/>
                  </a:rPr>
                  <a:t>aggered difference in difference </a:t>
                </a:r>
                <a:r>
                  <a:rPr lang="en-US" sz="3800" dirty="0">
                    <a:latin typeface="Calibri" panose="020F0502020204030204" pitchFamily="34" charset="0"/>
                    <a:ea typeface="Times New Roman" panose="02020603050405020304" pitchFamily="18" charset="0"/>
                    <a:cs typeface="Times New Roman" panose="02020603050405020304" pitchFamily="18" charset="0"/>
                  </a:rPr>
                  <a:t>approach as companies make pledges in different years. This is further specified as a stacked </a:t>
                </a:r>
                <a:r>
                  <a:rPr lang="en-US" sz="3800" dirty="0" err="1">
                    <a:latin typeface="Calibri" panose="020F0502020204030204" pitchFamily="34" charset="0"/>
                    <a:ea typeface="Times New Roman" panose="02020603050405020304" pitchFamily="18" charset="0"/>
                    <a:cs typeface="Times New Roman" panose="02020603050405020304" pitchFamily="18" charset="0"/>
                  </a:rPr>
                  <a:t>DiD</a:t>
                </a:r>
                <a:r>
                  <a:rPr lang="en-US" sz="3800" dirty="0">
                    <a:latin typeface="Calibri" panose="020F0502020204030204" pitchFamily="34" charset="0"/>
                    <a:ea typeface="Times New Roman" panose="02020603050405020304" pitchFamily="18" charset="0"/>
                    <a:cs typeface="Times New Roman" panose="02020603050405020304" pitchFamily="18" charset="0"/>
                  </a:rPr>
                  <a:t> as control groups at each year include will never and have not yet pledged. </a:t>
                </a:r>
                <a:endParaRPr lang="en-US" sz="3800" dirty="0">
                  <a:effectLst/>
                  <a:latin typeface="Calibri" panose="020F0502020204030204" pitchFamily="34" charset="0"/>
                  <a:ea typeface="Times New Roman" panose="02020603050405020304" pitchFamily="18" charset="0"/>
                  <a:cs typeface="Times New Roman" panose="02020603050405020304" pitchFamily="18" charset="0"/>
                </a:endParaRPr>
              </a:p>
            </p:txBody>
          </p:sp>
        </mc:Choice>
        <mc:Fallback>
          <p:sp>
            <p:nvSpPr>
              <p:cNvPr id="41" name="Text Box 192">
                <a:extLst>
                  <a:ext uri="{FF2B5EF4-FFF2-40B4-BE49-F238E27FC236}">
                    <a16:creationId xmlns:a16="http://schemas.microsoft.com/office/drawing/2014/main" id="{793A48F6-FD12-4D15-9542-BEB08B2F036E}"/>
                  </a:ext>
                </a:extLst>
              </p:cNvPr>
              <p:cNvSpPr txBox="1">
                <a:spLocks noRot="1" noChangeAspect="1" noMove="1" noResize="1" noEditPoints="1" noAdjustHandles="1" noChangeArrowheads="1" noChangeShapeType="1" noTextEdit="1"/>
              </p:cNvSpPr>
              <p:nvPr/>
            </p:nvSpPr>
            <p:spPr bwMode="auto">
              <a:xfrm>
                <a:off x="15160070" y="5389694"/>
                <a:ext cx="13167361" cy="5379375"/>
              </a:xfrm>
              <a:prstGeom prst="rect">
                <a:avLst/>
              </a:prstGeom>
              <a:blipFill>
                <a:blip r:embed="rId4"/>
                <a:stretch>
                  <a:fillRect l="-1156" t="-226"/>
                </a:stretch>
              </a:blipFill>
              <a:ln w="12700">
                <a:solidFill>
                  <a:schemeClr val="accent1">
                    <a:lumMod val="75000"/>
                  </a:schemeClr>
                </a:solidFill>
              </a:ln>
              <a:effectLst/>
            </p:spPr>
            <p:txBody>
              <a:bodyPr/>
              <a:lstStyle/>
              <a:p>
                <a:r>
                  <a:rPr lang="en-US">
                    <a:noFill/>
                  </a:rPr>
                  <a:t> </a:t>
                </a:r>
              </a:p>
            </p:txBody>
          </p:sp>
        </mc:Fallback>
      </mc:AlternateContent>
      <p:pic>
        <p:nvPicPr>
          <p:cNvPr id="16" name="Picture 15">
            <a:extLst>
              <a:ext uri="{FF2B5EF4-FFF2-40B4-BE49-F238E27FC236}">
                <a16:creationId xmlns:a16="http://schemas.microsoft.com/office/drawing/2014/main" id="{E4939FFF-96FC-4C6D-9972-7230E00720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554202" y="14049673"/>
            <a:ext cx="12379099" cy="2943810"/>
          </a:xfrm>
          <a:prstGeom prst="rect">
            <a:avLst/>
          </a:prstGeom>
        </p:spPr>
      </p:pic>
      <p:pic>
        <p:nvPicPr>
          <p:cNvPr id="18" name="Picture 17">
            <a:extLst>
              <a:ext uri="{FF2B5EF4-FFF2-40B4-BE49-F238E27FC236}">
                <a16:creationId xmlns:a16="http://schemas.microsoft.com/office/drawing/2014/main" id="{CB9CCB7A-702F-45C9-B21B-4803312944D9}"/>
              </a:ext>
            </a:extLst>
          </p:cNvPr>
          <p:cNvPicPr>
            <a:picLocks noChangeAspect="1"/>
          </p:cNvPicPr>
          <p:nvPr/>
        </p:nvPicPr>
        <p:blipFill rotWithShape="1">
          <a:blip r:embed="rId6">
            <a:extLst>
              <a:ext uri="{28A0092B-C50C-407E-A947-70E740481C1C}">
                <a14:useLocalDpi xmlns:a14="http://schemas.microsoft.com/office/drawing/2010/main" val="0"/>
              </a:ext>
            </a:extLst>
          </a:blip>
          <a:srcRect t="2161" r="2705" b="3033"/>
          <a:stretch/>
        </p:blipFill>
        <p:spPr>
          <a:xfrm>
            <a:off x="15460287" y="17114064"/>
            <a:ext cx="12379099" cy="7662780"/>
          </a:xfrm>
          <a:prstGeom prst="rect">
            <a:avLst/>
          </a:prstGeom>
        </p:spPr>
      </p:pic>
      <p:sp>
        <p:nvSpPr>
          <p:cNvPr id="48" name="Text Box 191">
            <a:extLst>
              <a:ext uri="{FF2B5EF4-FFF2-40B4-BE49-F238E27FC236}">
                <a16:creationId xmlns:a16="http://schemas.microsoft.com/office/drawing/2014/main" id="{ECB48590-205B-487C-BEA6-7AD4E150C94E}"/>
              </a:ext>
            </a:extLst>
          </p:cNvPr>
          <p:cNvSpPr txBox="1">
            <a:spLocks noChangeArrowheads="1"/>
          </p:cNvSpPr>
          <p:nvPr/>
        </p:nvSpPr>
        <p:spPr bwMode="auto">
          <a:xfrm>
            <a:off x="28956000" y="5377556"/>
            <a:ext cx="13167360" cy="18681992"/>
          </a:xfrm>
          <a:prstGeom prst="rect">
            <a:avLst/>
          </a:prstGeom>
          <a:solidFill>
            <a:schemeClr val="bg1"/>
          </a:solidFill>
          <a:ln w="12700">
            <a:solidFill>
              <a:schemeClr val="accent1">
                <a:lumMod val="75000"/>
              </a:schemeClr>
            </a:solidFill>
          </a:ln>
          <a:effectLst/>
        </p:spPr>
        <p:txBody>
          <a:bodyPr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ctr" eaLnBrk="1" hangingPunct="1"/>
            <a:endParaRPr lang="en-US" sz="3200" b="1" dirty="0">
              <a:latin typeface="+mn-lt"/>
            </a:endParaRPr>
          </a:p>
          <a:p>
            <a:pPr algn="ctr" eaLnBrk="1" hangingPunct="1"/>
            <a:r>
              <a:rPr lang="en-US" sz="3600" b="1" dirty="0">
                <a:latin typeface="+mn-lt"/>
              </a:rPr>
              <a:t>Figure 2: Stock Price Response by Carbon Credit Group</a:t>
            </a:r>
          </a:p>
          <a:p>
            <a:pPr algn="ctr" eaLnBrk="1" hangingPunct="1"/>
            <a:endParaRPr lang="en-US" sz="3200" b="1" dirty="0">
              <a:latin typeface="+mn-lt"/>
            </a:endParaRPr>
          </a:p>
          <a:p>
            <a:pPr algn="ctr" eaLnBrk="1" hangingPunct="1"/>
            <a:endParaRPr lang="en-US" sz="3200" b="1" dirty="0">
              <a:latin typeface="+mn-lt"/>
            </a:endParaRPr>
          </a:p>
          <a:p>
            <a:pPr algn="ctr" eaLnBrk="1" hangingPunct="1"/>
            <a:endParaRPr lang="en-US" sz="3200" b="1" dirty="0">
              <a:latin typeface="+mn-lt"/>
            </a:endParaRPr>
          </a:p>
          <a:p>
            <a:pPr algn="ctr" eaLnBrk="1" hangingPunct="1"/>
            <a:endParaRPr lang="en-US" sz="3200" b="1" dirty="0">
              <a:latin typeface="+mn-lt"/>
            </a:endParaRPr>
          </a:p>
          <a:p>
            <a:pPr algn="ctr" eaLnBrk="1" hangingPunct="1"/>
            <a:endParaRPr lang="en-US" sz="3200" b="1" dirty="0">
              <a:latin typeface="+mn-lt"/>
            </a:endParaRPr>
          </a:p>
          <a:p>
            <a:pPr algn="ctr" eaLnBrk="1" hangingPunct="1"/>
            <a:endParaRPr lang="en-US" sz="3200" b="1" dirty="0">
              <a:latin typeface="+mn-lt"/>
            </a:endParaRPr>
          </a:p>
          <a:p>
            <a:pPr algn="ctr" eaLnBrk="1" hangingPunct="1"/>
            <a:endParaRPr lang="en-US" sz="3200" b="1" dirty="0">
              <a:latin typeface="+mn-lt"/>
            </a:endParaRPr>
          </a:p>
          <a:p>
            <a:pPr algn="ctr" eaLnBrk="1" hangingPunct="1"/>
            <a:endParaRPr lang="en-US" sz="3200" b="1" dirty="0">
              <a:latin typeface="+mn-lt"/>
            </a:endParaRPr>
          </a:p>
          <a:p>
            <a:pPr algn="ctr" eaLnBrk="1" hangingPunct="1"/>
            <a:endParaRPr lang="en-US" sz="3200" b="1" dirty="0">
              <a:latin typeface="+mn-lt"/>
            </a:endParaRPr>
          </a:p>
          <a:p>
            <a:pPr algn="ctr" eaLnBrk="1" hangingPunct="1"/>
            <a:endParaRPr lang="en-US" sz="3200" b="1" dirty="0">
              <a:latin typeface="+mn-lt"/>
            </a:endParaRPr>
          </a:p>
          <a:p>
            <a:pPr algn="ctr" eaLnBrk="1" hangingPunct="1"/>
            <a:endParaRPr lang="en-US" sz="3200" b="1" dirty="0">
              <a:latin typeface="+mn-lt"/>
            </a:endParaRPr>
          </a:p>
          <a:p>
            <a:pPr algn="ctr" eaLnBrk="1" hangingPunct="1"/>
            <a:endParaRPr lang="en-US" sz="3200" b="1" dirty="0">
              <a:latin typeface="+mn-lt"/>
            </a:endParaRPr>
          </a:p>
          <a:p>
            <a:pPr algn="ctr" eaLnBrk="1" hangingPunct="1"/>
            <a:r>
              <a:rPr lang="en-US" sz="3600" b="1" dirty="0">
                <a:latin typeface="+mn-lt"/>
              </a:rPr>
              <a:t>Figure 3: Stock Price Response by Interim Target</a:t>
            </a:r>
            <a:endParaRPr lang="en-US" sz="36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algn="ctr" eaLnBrk="1" hangingPunct="1"/>
            <a:endParaRPr lang="en-US" sz="3200" b="1" dirty="0">
              <a:latin typeface="+mn-lt"/>
            </a:endParaRPr>
          </a:p>
          <a:p>
            <a:pPr algn="ctr" eaLnBrk="1" hangingPunct="1"/>
            <a:r>
              <a:rPr lang="en-US" sz="3600" b="1" dirty="0">
                <a:latin typeface="+mn-lt"/>
              </a:rPr>
              <a:t>Figure 4: Stock Price Response by Complete-by Date</a:t>
            </a:r>
          </a:p>
          <a:p>
            <a:pPr algn="ct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p:txBody>
      </p:sp>
      <p:sp>
        <p:nvSpPr>
          <p:cNvPr id="5" name="Text Box 123"/>
          <p:cNvSpPr txBox="1">
            <a:spLocks noChangeArrowheads="1"/>
          </p:cNvSpPr>
          <p:nvPr/>
        </p:nvSpPr>
        <p:spPr bwMode="auto">
          <a:xfrm>
            <a:off x="8229600" y="2566922"/>
            <a:ext cx="27432000"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37" tIns="137137" rIns="137137" bIns="137137" anchor="ctr" anchorCtr="0"/>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4000" dirty="0">
                <a:solidFill>
                  <a:schemeClr val="bg1"/>
                </a:solidFill>
                <a:latin typeface="+mn-lt"/>
              </a:rPr>
              <a:t>Elijah Toffel, Bates College</a:t>
            </a:r>
          </a:p>
        </p:txBody>
      </p:sp>
      <p:pic>
        <p:nvPicPr>
          <p:cNvPr id="20" name="Picture 19">
            <a:extLst>
              <a:ext uri="{FF2B5EF4-FFF2-40B4-BE49-F238E27FC236}">
                <a16:creationId xmlns:a16="http://schemas.microsoft.com/office/drawing/2014/main" id="{471629D3-9686-46F3-8B93-E7823BDCB1EA}"/>
              </a:ext>
            </a:extLst>
          </p:cNvPr>
          <p:cNvPicPr>
            <a:picLocks noChangeAspect="1"/>
          </p:cNvPicPr>
          <p:nvPr/>
        </p:nvPicPr>
        <p:blipFill rotWithShape="1">
          <a:blip r:embed="rId7">
            <a:extLst>
              <a:ext uri="{28A0092B-C50C-407E-A947-70E740481C1C}">
                <a14:useLocalDpi xmlns:a14="http://schemas.microsoft.com/office/drawing/2010/main" val="0"/>
              </a:ext>
            </a:extLst>
          </a:blip>
          <a:srcRect l="869" t="6608"/>
          <a:stretch/>
        </p:blipFill>
        <p:spPr>
          <a:xfrm>
            <a:off x="29130232" y="6900818"/>
            <a:ext cx="12899213" cy="4909880"/>
          </a:xfrm>
          <a:prstGeom prst="rect">
            <a:avLst/>
          </a:prstGeom>
        </p:spPr>
      </p:pic>
      <p:sp>
        <p:nvSpPr>
          <p:cNvPr id="46" name="Text Box 192">
            <a:extLst>
              <a:ext uri="{FF2B5EF4-FFF2-40B4-BE49-F238E27FC236}">
                <a16:creationId xmlns:a16="http://schemas.microsoft.com/office/drawing/2014/main" id="{6FAE3162-A0D7-43CB-8151-0CBF45A91626}"/>
              </a:ext>
            </a:extLst>
          </p:cNvPr>
          <p:cNvSpPr txBox="1">
            <a:spLocks noChangeArrowheads="1"/>
          </p:cNvSpPr>
          <p:nvPr/>
        </p:nvSpPr>
        <p:spPr bwMode="auto">
          <a:xfrm>
            <a:off x="1522397" y="25934741"/>
            <a:ext cx="13167360" cy="5847708"/>
          </a:xfrm>
          <a:prstGeom prst="rect">
            <a:avLst/>
          </a:prstGeom>
          <a:solidFill>
            <a:schemeClr val="bg1"/>
          </a:solidFill>
          <a:ln w="12700">
            <a:solidFill>
              <a:schemeClr val="accent1">
                <a:lumMod val="75000"/>
              </a:schemeClr>
            </a:solid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indent="91440" eaLnBrk="1" hangingPunct="1">
              <a:spcAft>
                <a:spcPts val="800"/>
              </a:spcAft>
            </a:pPr>
            <a:r>
              <a:rPr lang="en-US" sz="3800" b="1" dirty="0">
                <a:latin typeface="Calibri" pitchFamily="34" charset="0"/>
              </a:rPr>
              <a:t>I use three sources of data:</a:t>
            </a:r>
          </a:p>
          <a:p>
            <a:pPr marL="514350" indent="182880" eaLnBrk="1" hangingPunct="1">
              <a:spcAft>
                <a:spcPts val="800"/>
              </a:spcAft>
              <a:buAutoNum type="arabicPeriod"/>
            </a:pPr>
            <a:r>
              <a:rPr lang="en-US" sz="3800" dirty="0">
                <a:latin typeface="Calibri" pitchFamily="34" charset="0"/>
              </a:rPr>
              <a:t>To determine a sample, I use Harris Poll Data from 2019-2024 on the 100 most visible companies each year, based on a random sample. I restrict the sample to public companies that appear on more that one year’s list. </a:t>
            </a:r>
          </a:p>
          <a:p>
            <a:pPr marL="514350" indent="182880" eaLnBrk="1" hangingPunct="1">
              <a:spcAft>
                <a:spcPts val="800"/>
              </a:spcAft>
              <a:buAutoNum type="arabicPeriod"/>
            </a:pPr>
            <a:r>
              <a:rPr lang="en-US" sz="3800" dirty="0">
                <a:latin typeface="Calibri" pitchFamily="34" charset="0"/>
              </a:rPr>
              <a:t> Stock data for public companies is from Macrotrends. </a:t>
            </a:r>
          </a:p>
          <a:p>
            <a:pPr marL="514350" indent="182880" eaLnBrk="1" hangingPunct="1">
              <a:spcAft>
                <a:spcPts val="800"/>
              </a:spcAft>
              <a:buAutoNum type="arabicPeriod" startAt="3"/>
            </a:pPr>
            <a:r>
              <a:rPr lang="en-US" sz="3800" dirty="0">
                <a:latin typeface="Calibri" pitchFamily="34" charset="0"/>
              </a:rPr>
              <a:t>Carbon Neutral Tracker variables on pledge characteristics, alongside scraped data on pledge dates and complete-by dates. I combine net-zero and carbon neutral as treatment. </a:t>
            </a:r>
          </a:p>
        </p:txBody>
      </p:sp>
      <p:pic>
        <p:nvPicPr>
          <p:cNvPr id="13" name="Picture 12">
            <a:extLst>
              <a:ext uri="{FF2B5EF4-FFF2-40B4-BE49-F238E27FC236}">
                <a16:creationId xmlns:a16="http://schemas.microsoft.com/office/drawing/2014/main" id="{F13DBFD9-A063-43F1-A557-B3DA9BB70200}"/>
              </a:ext>
            </a:extLst>
          </p:cNvPr>
          <p:cNvPicPr>
            <a:picLocks noChangeAspect="1"/>
          </p:cNvPicPr>
          <p:nvPr/>
        </p:nvPicPr>
        <p:blipFill rotWithShape="1">
          <a:blip r:embed="rId8">
            <a:extLst>
              <a:ext uri="{28A0092B-C50C-407E-A947-70E740481C1C}">
                <a14:useLocalDpi xmlns:a14="http://schemas.microsoft.com/office/drawing/2010/main" val="0"/>
              </a:ext>
            </a:extLst>
          </a:blip>
          <a:srcRect l="116" t="19376"/>
          <a:stretch/>
        </p:blipFill>
        <p:spPr>
          <a:xfrm>
            <a:off x="29085141" y="19004381"/>
            <a:ext cx="12944304" cy="4842483"/>
          </a:xfrm>
          <a:prstGeom prst="rect">
            <a:avLst/>
          </a:prstGeom>
        </p:spPr>
      </p:pic>
      <p:pic>
        <p:nvPicPr>
          <p:cNvPr id="7" name="Picture 6">
            <a:extLst>
              <a:ext uri="{FF2B5EF4-FFF2-40B4-BE49-F238E27FC236}">
                <a16:creationId xmlns:a16="http://schemas.microsoft.com/office/drawing/2014/main" id="{289A5E3D-9967-43BA-A78C-0B06296954E4}"/>
              </a:ext>
            </a:extLst>
          </p:cNvPr>
          <p:cNvPicPr>
            <a:picLocks noChangeAspect="1"/>
          </p:cNvPicPr>
          <p:nvPr/>
        </p:nvPicPr>
        <p:blipFill rotWithShape="1">
          <a:blip r:embed="rId9">
            <a:extLst>
              <a:ext uri="{28A0092B-C50C-407E-A947-70E740481C1C}">
                <a14:useLocalDpi xmlns:a14="http://schemas.microsoft.com/office/drawing/2010/main" val="0"/>
              </a:ext>
            </a:extLst>
          </a:blip>
          <a:srcRect t="20002" r="1849" b="7235"/>
          <a:stretch/>
        </p:blipFill>
        <p:spPr>
          <a:xfrm>
            <a:off x="29075202" y="13291575"/>
            <a:ext cx="12563796" cy="4551572"/>
          </a:xfrm>
          <a:prstGeom prst="rect">
            <a:avLst/>
          </a:prstGeom>
        </p:spPr>
      </p:pic>
      <p:pic>
        <p:nvPicPr>
          <p:cNvPr id="24" name="Picture 23">
            <a:extLst>
              <a:ext uri="{FF2B5EF4-FFF2-40B4-BE49-F238E27FC236}">
                <a16:creationId xmlns:a16="http://schemas.microsoft.com/office/drawing/2014/main" id="{CC66C350-6F91-4C56-9AD0-A87C2478CE1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8250908" y="655113"/>
            <a:ext cx="2938845" cy="2938845"/>
          </a:xfrm>
          <a:prstGeom prst="rect">
            <a:avLst/>
          </a:prstGeom>
        </p:spPr>
      </p:pic>
      <p:sp>
        <p:nvSpPr>
          <p:cNvPr id="32" name="Rectangle 31">
            <a:extLst>
              <a:ext uri="{FF2B5EF4-FFF2-40B4-BE49-F238E27FC236}">
                <a16:creationId xmlns:a16="http://schemas.microsoft.com/office/drawing/2014/main" id="{39EA55F2-A4BA-4242-8C99-746480A1705D}"/>
              </a:ext>
            </a:extLst>
          </p:cNvPr>
          <p:cNvSpPr/>
          <p:nvPr/>
        </p:nvSpPr>
        <p:spPr>
          <a:xfrm>
            <a:off x="28956000" y="24252516"/>
            <a:ext cx="13167360" cy="84500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Future Work and Acknowledgements</a:t>
            </a:r>
          </a:p>
        </p:txBody>
      </p:sp>
      <p:sp>
        <p:nvSpPr>
          <p:cNvPr id="29" name="Text Box 192">
            <a:extLst>
              <a:ext uri="{FF2B5EF4-FFF2-40B4-BE49-F238E27FC236}">
                <a16:creationId xmlns:a16="http://schemas.microsoft.com/office/drawing/2014/main" id="{5D162CAF-6CB0-4BD6-B302-DD9FF7BCF811}"/>
              </a:ext>
            </a:extLst>
          </p:cNvPr>
          <p:cNvSpPr txBox="1">
            <a:spLocks noChangeArrowheads="1"/>
          </p:cNvSpPr>
          <p:nvPr/>
        </p:nvSpPr>
        <p:spPr bwMode="auto">
          <a:xfrm>
            <a:off x="1535430" y="17327942"/>
            <a:ext cx="13167360" cy="7499442"/>
          </a:xfrm>
          <a:prstGeom prst="rect">
            <a:avLst/>
          </a:prstGeom>
          <a:solidFill>
            <a:schemeClr val="bg1"/>
          </a:solidFill>
          <a:ln w="12700">
            <a:solidFill>
              <a:schemeClr val="accent1">
                <a:lumMod val="75000"/>
              </a:schemeClr>
            </a:solid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indent="91440" eaLnBrk="1" hangingPunct="1">
              <a:spcAft>
                <a:spcPts val="1000"/>
              </a:spcAft>
            </a:pPr>
            <a:r>
              <a:rPr lang="en-US" sz="3800" b="1" i="0" u="none" strike="noStrike" dirty="0">
                <a:solidFill>
                  <a:srgbClr val="000000"/>
                </a:solidFill>
                <a:effectLst/>
                <a:latin typeface="+mn-lt"/>
              </a:rPr>
              <a:t>Varying Stock </a:t>
            </a:r>
            <a:r>
              <a:rPr lang="en-US" sz="3800" b="1" dirty="0">
                <a:solidFill>
                  <a:srgbClr val="000000"/>
                </a:solidFill>
                <a:latin typeface="+mn-lt"/>
              </a:rPr>
              <a:t>M</a:t>
            </a:r>
            <a:r>
              <a:rPr lang="en-US" sz="3800" b="1" i="0" u="none" strike="noStrike" dirty="0">
                <a:solidFill>
                  <a:srgbClr val="000000"/>
                </a:solidFill>
                <a:effectLst/>
                <a:latin typeface="+mn-lt"/>
              </a:rPr>
              <a:t>arket </a:t>
            </a:r>
            <a:r>
              <a:rPr lang="en-US" sz="3800" b="1" dirty="0">
                <a:solidFill>
                  <a:srgbClr val="000000"/>
                </a:solidFill>
                <a:latin typeface="+mn-lt"/>
              </a:rPr>
              <a:t>A</a:t>
            </a:r>
            <a:r>
              <a:rPr lang="en-US" sz="3800" b="1" i="0" u="none" strike="noStrike" dirty="0">
                <a:solidFill>
                  <a:srgbClr val="000000"/>
                </a:solidFill>
                <a:effectLst/>
                <a:latin typeface="+mn-lt"/>
              </a:rPr>
              <a:t>nalysis: </a:t>
            </a:r>
          </a:p>
          <a:p>
            <a:pPr indent="457200" eaLnBrk="1" hangingPunct="1">
              <a:spcAft>
                <a:spcPts val="1000"/>
              </a:spcAft>
            </a:pPr>
            <a:r>
              <a:rPr lang="en-US" sz="3800" dirty="0">
                <a:solidFill>
                  <a:srgbClr val="000000"/>
                </a:solidFill>
                <a:latin typeface="+mn-lt"/>
              </a:rPr>
              <a:t>Short Term: </a:t>
            </a:r>
            <a:r>
              <a:rPr lang="en-US" sz="3800" b="0" i="1" u="none" strike="noStrike" dirty="0">
                <a:solidFill>
                  <a:srgbClr val="000000"/>
                </a:solidFill>
                <a:effectLst/>
                <a:latin typeface="+mn-lt"/>
              </a:rPr>
              <a:t>“Overall, this downward trend of </a:t>
            </a:r>
            <a:r>
              <a:rPr lang="en-US" sz="3800" b="0" i="0" dirty="0">
                <a:solidFill>
                  <a:srgbClr val="333333"/>
                </a:solidFill>
                <a:effectLst/>
                <a:latin typeface="+mn-lt"/>
              </a:rPr>
              <a:t>cumulative average abnormal returns</a:t>
            </a:r>
            <a:r>
              <a:rPr lang="en-US" sz="3800" b="0" i="1" u="none" strike="noStrike" dirty="0">
                <a:solidFill>
                  <a:srgbClr val="000000"/>
                </a:solidFill>
                <a:effectLst/>
                <a:latin typeface="+mn-lt"/>
              </a:rPr>
              <a:t> generally reflects that the market shows negative attitudes towards such carbon zero pledges, therefore causing losses in firms’ market value in the short run” </a:t>
            </a:r>
            <a:r>
              <a:rPr lang="en-US" sz="3800" b="0" i="0" u="none" strike="noStrike" dirty="0">
                <a:solidFill>
                  <a:srgbClr val="000000"/>
                </a:solidFill>
                <a:effectLst/>
                <a:latin typeface="+mn-lt"/>
              </a:rPr>
              <a:t>(</a:t>
            </a:r>
            <a:r>
              <a:rPr lang="en-US" sz="3800" b="0" i="0" u="none" strike="noStrike" dirty="0" err="1">
                <a:solidFill>
                  <a:srgbClr val="000000"/>
                </a:solidFill>
                <a:effectLst/>
                <a:latin typeface="+mn-lt"/>
              </a:rPr>
              <a:t>Xie</a:t>
            </a:r>
            <a:r>
              <a:rPr lang="en-US" sz="3800" dirty="0">
                <a:solidFill>
                  <a:srgbClr val="000000"/>
                </a:solidFill>
                <a:latin typeface="+mn-lt"/>
              </a:rPr>
              <a:t> et al). </a:t>
            </a:r>
          </a:p>
          <a:p>
            <a:pPr indent="457200" eaLnBrk="1" hangingPunct="1">
              <a:spcAft>
                <a:spcPts val="1000"/>
              </a:spcAft>
            </a:pPr>
            <a:r>
              <a:rPr lang="en-US" sz="3800" b="0" u="none" strike="noStrike" dirty="0">
                <a:solidFill>
                  <a:srgbClr val="000000"/>
                </a:solidFill>
                <a:effectLst/>
                <a:latin typeface="+mn-lt"/>
              </a:rPr>
              <a:t>Long Term: </a:t>
            </a:r>
            <a:r>
              <a:rPr lang="en-US" sz="3800" b="0" i="1" u="none" strike="noStrike" dirty="0">
                <a:solidFill>
                  <a:srgbClr val="000000"/>
                </a:solidFill>
                <a:effectLst/>
                <a:latin typeface="+mn-lt"/>
              </a:rPr>
              <a:t>“Our event-study evidence shows a positive impact of green pledges on stock market valuations that is statistically and economically significant. Investors appear to view the anticipated benefits of green pledges as outweighing the costs, and the market response may provide additional financial incentives for decarbonization</a:t>
            </a:r>
            <a:r>
              <a:rPr lang="en-US" sz="3800" b="0" i="0" u="none" strike="noStrike" dirty="0">
                <a:solidFill>
                  <a:srgbClr val="000000"/>
                </a:solidFill>
                <a:effectLst/>
                <a:latin typeface="+mn-lt"/>
              </a:rPr>
              <a:t>” (Bauer et al).</a:t>
            </a:r>
            <a:endParaRPr lang="en-US" sz="3800" dirty="0">
              <a:solidFill>
                <a:srgbClr val="000000"/>
              </a:solidFill>
              <a:latin typeface="+mn-lt"/>
            </a:endParaRPr>
          </a:p>
        </p:txBody>
      </p:sp>
      <p:sp>
        <p:nvSpPr>
          <p:cNvPr id="36" name="Rectangle 35">
            <a:extLst>
              <a:ext uri="{FF2B5EF4-FFF2-40B4-BE49-F238E27FC236}">
                <a16:creationId xmlns:a16="http://schemas.microsoft.com/office/drawing/2014/main" id="{43114FCA-0D84-4CE5-8C15-87F1D95DE253}"/>
              </a:ext>
            </a:extLst>
          </p:cNvPr>
          <p:cNvSpPr/>
          <p:nvPr/>
        </p:nvSpPr>
        <p:spPr>
          <a:xfrm>
            <a:off x="1539240" y="4589674"/>
            <a:ext cx="13167360" cy="8000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Introduction and Context</a:t>
            </a:r>
          </a:p>
        </p:txBody>
      </p:sp>
      <p:sp>
        <p:nvSpPr>
          <p:cNvPr id="39" name="Rectangle 38">
            <a:extLst>
              <a:ext uri="{FF2B5EF4-FFF2-40B4-BE49-F238E27FC236}">
                <a16:creationId xmlns:a16="http://schemas.microsoft.com/office/drawing/2014/main" id="{E2E6A50B-0F6D-4D21-8246-4D8C6172833E}"/>
              </a:ext>
            </a:extLst>
          </p:cNvPr>
          <p:cNvSpPr/>
          <p:nvPr/>
        </p:nvSpPr>
        <p:spPr>
          <a:xfrm>
            <a:off x="1535430" y="16527922"/>
            <a:ext cx="13167360" cy="8000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Related Literature</a:t>
            </a:r>
          </a:p>
        </p:txBody>
      </p:sp>
      <p:sp>
        <p:nvSpPr>
          <p:cNvPr id="42" name="Rectangle 41">
            <a:extLst>
              <a:ext uri="{FF2B5EF4-FFF2-40B4-BE49-F238E27FC236}">
                <a16:creationId xmlns:a16="http://schemas.microsoft.com/office/drawing/2014/main" id="{CFEDA5A9-F433-4D00-8DF2-5F5B6BBA2EBD}"/>
              </a:ext>
            </a:extLst>
          </p:cNvPr>
          <p:cNvSpPr/>
          <p:nvPr/>
        </p:nvSpPr>
        <p:spPr>
          <a:xfrm>
            <a:off x="1522397" y="25135056"/>
            <a:ext cx="13167360" cy="8000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Data</a:t>
            </a:r>
          </a:p>
        </p:txBody>
      </p:sp>
      <p:sp>
        <p:nvSpPr>
          <p:cNvPr id="44" name="Rectangle 43">
            <a:extLst>
              <a:ext uri="{FF2B5EF4-FFF2-40B4-BE49-F238E27FC236}">
                <a16:creationId xmlns:a16="http://schemas.microsoft.com/office/drawing/2014/main" id="{3D14EFD8-B41B-41B4-9209-3610F6E42629}"/>
              </a:ext>
            </a:extLst>
          </p:cNvPr>
          <p:cNvSpPr/>
          <p:nvPr/>
        </p:nvSpPr>
        <p:spPr>
          <a:xfrm>
            <a:off x="15155308" y="11049000"/>
            <a:ext cx="13167360" cy="8000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Main Results</a:t>
            </a:r>
          </a:p>
        </p:txBody>
      </p:sp>
      <p:sp>
        <p:nvSpPr>
          <p:cNvPr id="50" name="Rectangle 49">
            <a:extLst>
              <a:ext uri="{FF2B5EF4-FFF2-40B4-BE49-F238E27FC236}">
                <a16:creationId xmlns:a16="http://schemas.microsoft.com/office/drawing/2014/main" id="{34B98F52-89E0-4EEE-BA38-8E1182472699}"/>
              </a:ext>
            </a:extLst>
          </p:cNvPr>
          <p:cNvSpPr/>
          <p:nvPr/>
        </p:nvSpPr>
        <p:spPr>
          <a:xfrm>
            <a:off x="28956000" y="4587061"/>
            <a:ext cx="13167360" cy="8000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Heterogeneity</a:t>
            </a:r>
          </a:p>
        </p:txBody>
      </p:sp>
      <p:sp>
        <p:nvSpPr>
          <p:cNvPr id="2" name="TextBox 1">
            <a:extLst>
              <a:ext uri="{FF2B5EF4-FFF2-40B4-BE49-F238E27FC236}">
                <a16:creationId xmlns:a16="http://schemas.microsoft.com/office/drawing/2014/main" id="{40F8C162-16B9-43FB-8C57-25CBDFE0DA46}"/>
              </a:ext>
            </a:extLst>
          </p:cNvPr>
          <p:cNvSpPr txBox="1"/>
          <p:nvPr/>
        </p:nvSpPr>
        <p:spPr>
          <a:xfrm>
            <a:off x="28939435" y="30209550"/>
            <a:ext cx="12821374" cy="1661993"/>
          </a:xfrm>
          <a:prstGeom prst="rect">
            <a:avLst/>
          </a:prstGeom>
          <a:noFill/>
        </p:spPr>
        <p:txBody>
          <a:bodyPr wrap="square" rtlCol="0">
            <a:spAutoFit/>
          </a:bodyPr>
          <a:lstStyle/>
          <a:p>
            <a:r>
              <a:rPr lang="en-US" sz="1700" b="0" i="0" dirty="0">
                <a:effectLst/>
              </a:rPr>
              <a:t>Citations:</a:t>
            </a:r>
          </a:p>
          <a:p>
            <a:r>
              <a:rPr lang="en-US" sz="1700" dirty="0"/>
              <a:t>Bauer, Michael, Daniel Huber, Eric </a:t>
            </a:r>
            <a:r>
              <a:rPr lang="en-US" sz="1700" dirty="0" err="1"/>
              <a:t>Offner</a:t>
            </a:r>
            <a:r>
              <a:rPr lang="en-US" sz="1700" dirty="0"/>
              <a:t>, Marlene </a:t>
            </a:r>
            <a:r>
              <a:rPr lang="en-US" sz="1700" dirty="0" err="1"/>
              <a:t>Renkel</a:t>
            </a:r>
            <a:r>
              <a:rPr lang="en-US" sz="1700" dirty="0"/>
              <a:t>, and Ole Wilms. </a:t>
            </a:r>
            <a:r>
              <a:rPr lang="en-US" sz="1700" i="1" dirty="0"/>
              <a:t>Corporate Green Pledges</a:t>
            </a:r>
            <a:r>
              <a:rPr lang="en-US" sz="1700" dirty="0"/>
              <a:t>. December 2, 2024. https://www.michaeldbauer.com/files/green_pledges.pdf</a:t>
            </a:r>
          </a:p>
          <a:p>
            <a:r>
              <a:rPr lang="en-US" sz="1700" dirty="0" err="1"/>
              <a:t>ChatGPT</a:t>
            </a:r>
            <a:r>
              <a:rPr lang="en-US" sz="1700" dirty="0"/>
              <a:t>. </a:t>
            </a:r>
            <a:r>
              <a:rPr lang="en-US" sz="1700" i="1" dirty="0"/>
              <a:t>"I Pledge to Reduce Carbon" badge</a:t>
            </a:r>
            <a:r>
              <a:rPr lang="en-US" sz="1700" dirty="0"/>
              <a:t>. AI-generated image. </a:t>
            </a:r>
            <a:r>
              <a:rPr lang="en-US" sz="1700" dirty="0" err="1"/>
              <a:t>OpenAI</a:t>
            </a:r>
            <a:r>
              <a:rPr lang="en-US" sz="1700" dirty="0"/>
              <a:t>, 2025.</a:t>
            </a:r>
          </a:p>
          <a:p>
            <a:r>
              <a:rPr lang="en-US" sz="1700" b="0" i="0" dirty="0" err="1">
                <a:effectLst/>
              </a:rPr>
              <a:t>Xie</a:t>
            </a:r>
            <a:r>
              <a:rPr lang="en-US" sz="1700" b="0" i="0" dirty="0">
                <a:effectLst/>
              </a:rPr>
              <a:t>, Xinyi, </a:t>
            </a:r>
            <a:r>
              <a:rPr lang="en-US" sz="1700" b="0" i="0" dirty="0" err="1">
                <a:effectLst/>
              </a:rPr>
              <a:t>Jianan</a:t>
            </a:r>
            <a:r>
              <a:rPr lang="en-US" sz="1700" b="0" i="0" dirty="0">
                <a:effectLst/>
              </a:rPr>
              <a:t> Lu, Mao Li, and Jiang Dai. 2023. “Does Carbon Neutrality Commitment Enhance Firm Value?” </a:t>
            </a:r>
            <a:r>
              <a:rPr lang="en-US" sz="1700" b="0" i="1" dirty="0">
                <a:effectLst/>
              </a:rPr>
              <a:t>Journal of Chinese Economic and Business Studies</a:t>
            </a:r>
            <a:r>
              <a:rPr lang="en-US" sz="1700" b="0" i="0" dirty="0">
                <a:effectLst/>
              </a:rPr>
              <a:t> 21 (1): 49–83. doi:10.1080/14765284.2022.2161171.</a:t>
            </a:r>
          </a:p>
        </p:txBody>
      </p:sp>
      <p:sp>
        <p:nvSpPr>
          <p:cNvPr id="52" name="Rectangle 51">
            <a:extLst>
              <a:ext uri="{FF2B5EF4-FFF2-40B4-BE49-F238E27FC236}">
                <a16:creationId xmlns:a16="http://schemas.microsoft.com/office/drawing/2014/main" id="{3797480E-9962-4B46-8A26-7ECE8101256D}"/>
              </a:ext>
            </a:extLst>
          </p:cNvPr>
          <p:cNvSpPr/>
          <p:nvPr/>
        </p:nvSpPr>
        <p:spPr>
          <a:xfrm>
            <a:off x="15149736" y="25413922"/>
            <a:ext cx="13167360" cy="8000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Discussion</a:t>
            </a:r>
          </a:p>
        </p:txBody>
      </p:sp>
    </p:spTree>
    <p:extLst>
      <p:ext uri="{BB962C8B-B14F-4D97-AF65-F5344CB8AC3E}">
        <p14:creationId xmlns:p14="http://schemas.microsoft.com/office/powerpoint/2010/main" val="2251251862"/>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44546A"/>
      </a:dk2>
      <a:lt2>
        <a:srgbClr val="E7E6E6"/>
      </a:lt2>
      <a:accent1>
        <a:srgbClr val="70AD47"/>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3607</TotalTime>
  <Words>763</Words>
  <Application>Microsoft Office PowerPoint</Application>
  <PresentationFormat>Custom</PresentationFormat>
  <Paragraphs>92</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Cambria Math</vt:lpstr>
      <vt:lpstr>Office Theme</vt:lpstr>
      <vt:lpstr>PowerPoint Presentation</vt:lpstr>
    </vt:vector>
  </TitlesOfParts>
  <Company>Genigraphics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36x48</dc:title>
  <dc:creator>Jay Larson</dc:creator>
  <dc:description>Quality poster printing
www.genigraphics.com
1-800-790-4001</dc:description>
  <cp:lastModifiedBy>Eli Toffel</cp:lastModifiedBy>
  <cp:revision>148</cp:revision>
  <cp:lastPrinted>2017-11-03T00:56:36Z</cp:lastPrinted>
  <dcterms:created xsi:type="dcterms:W3CDTF">2013-02-10T21:14:48Z</dcterms:created>
  <dcterms:modified xsi:type="dcterms:W3CDTF">2025-04-07T16:23:16Z</dcterms:modified>
</cp:coreProperties>
</file>